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erverZoom="100000" strictFirstAndLastChars="0" saveSubsetFonts="1">
  <p:sldMasterIdLst>
    <p:sldMasterId id="2147483672" r:id="rId1"/>
    <p:sldMasterId id="2147483684" r:id="rId2"/>
  </p:sldMasterIdLst>
  <p:notesMasterIdLst>
    <p:notesMasterId r:id="rId39"/>
  </p:notesMasterIdLst>
  <p:handoutMasterIdLst>
    <p:handoutMasterId r:id="rId40"/>
  </p:handoutMasterIdLst>
  <p:sldIdLst>
    <p:sldId id="256" r:id="rId3"/>
    <p:sldId id="258" r:id="rId4"/>
    <p:sldId id="257" r:id="rId5"/>
    <p:sldId id="274" r:id="rId6"/>
    <p:sldId id="259" r:id="rId7"/>
    <p:sldId id="275" r:id="rId8"/>
    <p:sldId id="276" r:id="rId9"/>
    <p:sldId id="277" r:id="rId10"/>
    <p:sldId id="262" r:id="rId11"/>
    <p:sldId id="278" r:id="rId12"/>
    <p:sldId id="279" r:id="rId13"/>
    <p:sldId id="280" r:id="rId14"/>
    <p:sldId id="273" r:id="rId15"/>
    <p:sldId id="303" r:id="rId16"/>
    <p:sldId id="284" r:id="rId17"/>
    <p:sldId id="282" r:id="rId18"/>
    <p:sldId id="285" r:id="rId19"/>
    <p:sldId id="286" r:id="rId20"/>
    <p:sldId id="287" r:id="rId21"/>
    <p:sldId id="289" r:id="rId22"/>
    <p:sldId id="290" r:id="rId23"/>
    <p:sldId id="292" r:id="rId24"/>
    <p:sldId id="293" r:id="rId25"/>
    <p:sldId id="294" r:id="rId26"/>
    <p:sldId id="296" r:id="rId27"/>
    <p:sldId id="298" r:id="rId28"/>
    <p:sldId id="302" r:id="rId29"/>
    <p:sldId id="300" r:id="rId30"/>
    <p:sldId id="301" r:id="rId31"/>
    <p:sldId id="304" r:id="rId32"/>
    <p:sldId id="305" r:id="rId33"/>
    <p:sldId id="281" r:id="rId34"/>
    <p:sldId id="308" r:id="rId35"/>
    <p:sldId id="306" r:id="rId36"/>
    <p:sldId id="283" r:id="rId37"/>
    <p:sldId id="288" r:id="rId38"/>
  </p:sldIdLst>
  <p:sldSz cx="13433425" cy="7556500"/>
  <p:notesSz cx="6858000" cy="9144000"/>
  <p:defaultTextStyle>
    <a:defPPr>
      <a:defRPr lang="pl-PL"/>
    </a:defPPr>
    <a:lvl1pPr algn="l" rtl="0" eaLnBrk="0" fontAlgn="base" hangingPunct="0">
      <a:spcBef>
        <a:spcPct val="0"/>
      </a:spcBef>
      <a:spcAft>
        <a:spcPct val="0"/>
      </a:spcAft>
      <a:defRPr sz="2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1pPr>
    <a:lvl2pPr marL="457200" algn="l" rtl="0" eaLnBrk="0" fontAlgn="base" hangingPunct="0">
      <a:spcBef>
        <a:spcPct val="0"/>
      </a:spcBef>
      <a:spcAft>
        <a:spcPct val="0"/>
      </a:spcAft>
      <a:defRPr sz="2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eaLnBrk="0" fontAlgn="base" hangingPunct="0">
      <a:spcBef>
        <a:spcPct val="0"/>
      </a:spcBef>
      <a:spcAft>
        <a:spcPct val="0"/>
      </a:spcAft>
      <a:defRPr sz="2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eaLnBrk="0" fontAlgn="base" hangingPunct="0">
      <a:spcBef>
        <a:spcPct val="0"/>
      </a:spcBef>
      <a:spcAft>
        <a:spcPct val="0"/>
      </a:spcAft>
      <a:defRPr sz="2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eaLnBrk="0" fontAlgn="base" hangingPunct="0">
      <a:spcBef>
        <a:spcPct val="0"/>
      </a:spcBef>
      <a:spcAft>
        <a:spcPct val="0"/>
      </a:spcAft>
      <a:defRPr sz="2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2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2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2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2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p:defaultTextStyle>
  <p:extLst>
    <p:ext uri="{EFAFB233-063F-42B5-8137-9DF3F51BA10A}">
      <p15:sldGuideLst xmlns:p15="http://schemas.microsoft.com/office/powerpoint/2012/main">
        <p15:guide id="1" orient="horz" pos="2380">
          <p15:clr>
            <a:srgbClr val="A4A3A4"/>
          </p15:clr>
        </p15:guide>
        <p15:guide id="2" pos="423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 pośredni 2 — Ak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Styl pośredni 2 — Ak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A488322-F2BA-4B5B-9748-0D474271808F}" styleName="Styl pośredni 3 — Ak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380"/>
        <p:guide pos="4231"/>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 /><Relationship Id="rId13" Type="http://schemas.openxmlformats.org/officeDocument/2006/relationships/slide" Target="slides/slide11.xml" /><Relationship Id="rId18" Type="http://schemas.openxmlformats.org/officeDocument/2006/relationships/slide" Target="slides/slide16.xml" /><Relationship Id="rId26" Type="http://schemas.openxmlformats.org/officeDocument/2006/relationships/slide" Target="slides/slide24.xml" /><Relationship Id="rId39" Type="http://schemas.openxmlformats.org/officeDocument/2006/relationships/notesMaster" Target="notesMasters/notesMaster1.xml" /><Relationship Id="rId3" Type="http://schemas.openxmlformats.org/officeDocument/2006/relationships/slide" Target="slides/slide1.xml" /><Relationship Id="rId21" Type="http://schemas.openxmlformats.org/officeDocument/2006/relationships/slide" Target="slides/slide19.xml" /><Relationship Id="rId34" Type="http://schemas.openxmlformats.org/officeDocument/2006/relationships/slide" Target="slides/slide32.xml" /><Relationship Id="rId42" Type="http://schemas.openxmlformats.org/officeDocument/2006/relationships/viewProps" Target="viewProps.xml" /><Relationship Id="rId7" Type="http://schemas.openxmlformats.org/officeDocument/2006/relationships/slide" Target="slides/slide5.xml" /><Relationship Id="rId12" Type="http://schemas.openxmlformats.org/officeDocument/2006/relationships/slide" Target="slides/slide10.xml" /><Relationship Id="rId17" Type="http://schemas.openxmlformats.org/officeDocument/2006/relationships/slide" Target="slides/slide15.xml" /><Relationship Id="rId25" Type="http://schemas.openxmlformats.org/officeDocument/2006/relationships/slide" Target="slides/slide23.xml" /><Relationship Id="rId33" Type="http://schemas.openxmlformats.org/officeDocument/2006/relationships/slide" Target="slides/slide31.xml" /><Relationship Id="rId38" Type="http://schemas.openxmlformats.org/officeDocument/2006/relationships/slide" Target="slides/slide36.xml" /><Relationship Id="rId2" Type="http://schemas.openxmlformats.org/officeDocument/2006/relationships/slideMaster" Target="slideMasters/slideMaster2.xml" /><Relationship Id="rId16" Type="http://schemas.openxmlformats.org/officeDocument/2006/relationships/slide" Target="slides/slide14.xml" /><Relationship Id="rId20" Type="http://schemas.openxmlformats.org/officeDocument/2006/relationships/slide" Target="slides/slide18.xml" /><Relationship Id="rId29" Type="http://schemas.openxmlformats.org/officeDocument/2006/relationships/slide" Target="slides/slide27.xml" /><Relationship Id="rId41" Type="http://schemas.openxmlformats.org/officeDocument/2006/relationships/presProps" Target="presProps.xml" /><Relationship Id="rId1" Type="http://schemas.openxmlformats.org/officeDocument/2006/relationships/slideMaster" Target="slideMasters/slideMaster1.xml" /><Relationship Id="rId6" Type="http://schemas.openxmlformats.org/officeDocument/2006/relationships/slide" Target="slides/slide4.xml" /><Relationship Id="rId11" Type="http://schemas.openxmlformats.org/officeDocument/2006/relationships/slide" Target="slides/slide9.xml" /><Relationship Id="rId24" Type="http://schemas.openxmlformats.org/officeDocument/2006/relationships/slide" Target="slides/slide22.xml" /><Relationship Id="rId32" Type="http://schemas.openxmlformats.org/officeDocument/2006/relationships/slide" Target="slides/slide30.xml" /><Relationship Id="rId37" Type="http://schemas.openxmlformats.org/officeDocument/2006/relationships/slide" Target="slides/slide35.xml" /><Relationship Id="rId40" Type="http://schemas.openxmlformats.org/officeDocument/2006/relationships/handoutMaster" Target="handoutMasters/handoutMaster1.xml" /><Relationship Id="rId5" Type="http://schemas.openxmlformats.org/officeDocument/2006/relationships/slide" Target="slides/slide3.xml" /><Relationship Id="rId15" Type="http://schemas.openxmlformats.org/officeDocument/2006/relationships/slide" Target="slides/slide13.xml" /><Relationship Id="rId23" Type="http://schemas.openxmlformats.org/officeDocument/2006/relationships/slide" Target="slides/slide21.xml" /><Relationship Id="rId28" Type="http://schemas.openxmlformats.org/officeDocument/2006/relationships/slide" Target="slides/slide26.xml" /><Relationship Id="rId36" Type="http://schemas.openxmlformats.org/officeDocument/2006/relationships/slide" Target="slides/slide34.xml" /><Relationship Id="rId10" Type="http://schemas.openxmlformats.org/officeDocument/2006/relationships/slide" Target="slides/slide8.xml" /><Relationship Id="rId19" Type="http://schemas.openxmlformats.org/officeDocument/2006/relationships/slide" Target="slides/slide17.xml" /><Relationship Id="rId31" Type="http://schemas.openxmlformats.org/officeDocument/2006/relationships/slide" Target="slides/slide29.xml" /><Relationship Id="rId44" Type="http://schemas.openxmlformats.org/officeDocument/2006/relationships/tableStyles" Target="tableStyles.xml" /><Relationship Id="rId4" Type="http://schemas.openxmlformats.org/officeDocument/2006/relationships/slide" Target="slides/slide2.xml" /><Relationship Id="rId9" Type="http://schemas.openxmlformats.org/officeDocument/2006/relationships/slide" Target="slides/slide7.xml" /><Relationship Id="rId14" Type="http://schemas.openxmlformats.org/officeDocument/2006/relationships/slide" Target="slides/slide12.xml" /><Relationship Id="rId22" Type="http://schemas.openxmlformats.org/officeDocument/2006/relationships/slide" Target="slides/slide20.xml" /><Relationship Id="rId27" Type="http://schemas.openxmlformats.org/officeDocument/2006/relationships/slide" Target="slides/slide25.xml" /><Relationship Id="rId30" Type="http://schemas.openxmlformats.org/officeDocument/2006/relationships/slide" Target="slides/slide28.xml" /><Relationship Id="rId35" Type="http://schemas.openxmlformats.org/officeDocument/2006/relationships/slide" Target="slides/slide33.xml" /><Relationship Id="rId43" Type="http://schemas.openxmlformats.org/officeDocument/2006/relationships/theme" Target="theme/theme1.xml" /></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 /></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Symbol zastępczy nagłówka 1">
            <a:extLst>
              <a:ext uri="{FF2B5EF4-FFF2-40B4-BE49-F238E27FC236}">
                <a16:creationId xmlns:a16="http://schemas.microsoft.com/office/drawing/2014/main" id="{2E986B9C-8AA1-E764-131B-B80C8052D4B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a:defRPr/>
            </a:pPr>
            <a:endParaRPr lang="pl-PL"/>
          </a:p>
        </p:txBody>
      </p:sp>
      <p:sp>
        <p:nvSpPr>
          <p:cNvPr id="3" name="Symbol zastępczy daty 2">
            <a:extLst>
              <a:ext uri="{FF2B5EF4-FFF2-40B4-BE49-F238E27FC236}">
                <a16:creationId xmlns:a16="http://schemas.microsoft.com/office/drawing/2014/main" id="{11F353F1-8DD0-21DE-2E32-37B5413F687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smtClean="0"/>
            </a:lvl1pPr>
          </a:lstStyle>
          <a:p>
            <a:pPr>
              <a:defRPr/>
            </a:pPr>
            <a:fld id="{5E468869-6D10-4B47-9B9C-709EA3F9F48F}" type="datetimeFigureOut">
              <a:rPr lang="pl-PL"/>
              <a:pPr>
                <a:defRPr/>
              </a:pPr>
              <a:t>23.10.2025</a:t>
            </a:fld>
            <a:endParaRPr lang="pl-PL"/>
          </a:p>
        </p:txBody>
      </p:sp>
      <p:sp>
        <p:nvSpPr>
          <p:cNvPr id="4" name="Symbol zastępczy stopki 3">
            <a:extLst>
              <a:ext uri="{FF2B5EF4-FFF2-40B4-BE49-F238E27FC236}">
                <a16:creationId xmlns:a16="http://schemas.microsoft.com/office/drawing/2014/main" id="{749CB7D2-3F62-5055-43EE-C27C984C3B1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a:defRPr/>
            </a:pPr>
            <a:endParaRPr lang="pl-PL"/>
          </a:p>
        </p:txBody>
      </p:sp>
      <p:sp>
        <p:nvSpPr>
          <p:cNvPr id="5" name="Symbol zastępczy numeru slajdu 4">
            <a:extLst>
              <a:ext uri="{FF2B5EF4-FFF2-40B4-BE49-F238E27FC236}">
                <a16:creationId xmlns:a16="http://schemas.microsoft.com/office/drawing/2014/main" id="{60A7CA9C-3E11-92C3-9B9A-A3227349207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smtClean="0"/>
            </a:lvl1pPr>
          </a:lstStyle>
          <a:p>
            <a:pPr>
              <a:defRPr/>
            </a:pPr>
            <a:fld id="{92EBAED9-1D69-44EE-99CA-E15544D45CF6}" type="slidenum">
              <a:rPr lang="pl-PL"/>
              <a:pPr>
                <a:defRPr/>
              </a:pPr>
              <a:t>‹#›</a:t>
            </a:fld>
            <a:endParaRPr lang="pl-PL"/>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1">
            <a:extLst>
              <a:ext uri="{FF2B5EF4-FFF2-40B4-BE49-F238E27FC236}">
                <a16:creationId xmlns:a16="http://schemas.microsoft.com/office/drawing/2014/main" id="{E169CC27-8F39-5DF4-7FA1-DA5AB09665D1}"/>
              </a:ext>
            </a:extLst>
          </p:cNvPr>
          <p:cNvSpPr>
            <a:spLocks noGrp="1" noRot="1" noChangeAspect="1"/>
          </p:cNvSpPr>
          <p:nvPr>
            <p:ph type="sldImg"/>
          </p:nvPr>
        </p:nvSpPr>
        <p:spPr bwMode="auto">
          <a:xfrm>
            <a:off x="382588" y="685800"/>
            <a:ext cx="6092825" cy="3429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 name="Rectangle 2">
            <a:extLst>
              <a:ext uri="{FF2B5EF4-FFF2-40B4-BE49-F238E27FC236}">
                <a16:creationId xmlns:a16="http://schemas.microsoft.com/office/drawing/2014/main" id="{50C4B3C9-6CAE-E77A-D3A8-24C058B993EC}"/>
              </a:ext>
            </a:extLst>
          </p:cNvPr>
          <p:cNvSpPr>
            <a:spLocks noGrp="1"/>
          </p:cNvSpPr>
          <p:nvPr>
            <p:ph type="body" sz="quarter" idx="1"/>
          </p:nvPr>
        </p:nvSpPr>
        <p:spPr bwMode="auto">
          <a:xfrm>
            <a:off x="914400" y="4343400"/>
            <a:ext cx="5029200" cy="4114800"/>
          </a:xfrm>
          <a:prstGeom prst="rect">
            <a:avLst/>
          </a:prstGeom>
          <a:noFill/>
          <a:ln>
            <a:noFill/>
          </a:ln>
          <a:effectLst/>
        </p:spPr>
        <p:txBody>
          <a:bodyPr vert="horz" wrap="square" lIns="91440" tIns="45720" rIns="91440" bIns="45720" numCol="1" anchor="t" anchorCtr="0" compatLnSpc="1">
            <a:prstTxWarp prst="textNoShape">
              <a:avLst/>
            </a:prstTxWarp>
          </a:bodyPr>
          <a:lstStyle/>
          <a:p>
            <a:pPr lvl="0"/>
            <a:r>
              <a:rPr lang="en-US" altLang="pl-PL" noProof="0">
                <a:sym typeface="Helvetica Neue" charset="0"/>
              </a:rPr>
              <a:t>Click to edit Master text styles</a:t>
            </a:r>
          </a:p>
          <a:p>
            <a:pPr lvl="1"/>
            <a:r>
              <a:rPr lang="en-US" altLang="pl-PL" noProof="0">
                <a:sym typeface="Helvetica Neue" charset="0"/>
              </a:rPr>
              <a:t>Second level</a:t>
            </a:r>
          </a:p>
          <a:p>
            <a:pPr lvl="2"/>
            <a:r>
              <a:rPr lang="en-US" altLang="pl-PL" noProof="0">
                <a:sym typeface="Helvetica Neue" charset="0"/>
              </a:rPr>
              <a:t>Third level</a:t>
            </a:r>
          </a:p>
          <a:p>
            <a:pPr lvl="3"/>
            <a:r>
              <a:rPr lang="en-US" altLang="pl-PL" noProof="0">
                <a:sym typeface="Helvetica Neue" charset="0"/>
              </a:rPr>
              <a:t>Fourth level</a:t>
            </a:r>
          </a:p>
          <a:p>
            <a:pPr lvl="4"/>
            <a:r>
              <a:rPr lang="en-US" altLang="pl-PL" noProof="0">
                <a:sym typeface="Helvetica Neue" charset="0"/>
              </a:rPr>
              <a:t>Fifth level</a:t>
            </a:r>
          </a:p>
        </p:txBody>
      </p:sp>
    </p:spTree>
  </p:cSld>
  <p:clrMap bg1="lt1" tx1="dk1" bg2="lt2" tx2="dk2" accent1="accent1" accent2="accent2" accent3="accent3" accent4="accent4" accent5="accent5" accent6="accent6" hlink="hlink" folHlink="folHlink"/>
  <p:notesStyle>
    <a:lvl1pPr algn="l" rtl="0" eaLnBrk="0" fontAlgn="base" hangingPunct="0">
      <a:spcBef>
        <a:spcPct val="0"/>
      </a:spcBef>
      <a:spcAft>
        <a:spcPct val="0"/>
      </a:spcAft>
      <a:defRPr kern="1200">
        <a:solidFill>
          <a:srgbClr val="000000"/>
        </a:solidFill>
        <a:latin typeface="Helvetica Neue" charset="0"/>
        <a:ea typeface="Helvetica Neue" charset="0"/>
        <a:cs typeface="Helvetica Neue" charset="0"/>
        <a:sym typeface="Helvetica Neue"/>
      </a:defRPr>
    </a:lvl1pPr>
    <a:lvl2pPr indent="228600" algn="l" rtl="0" eaLnBrk="0" fontAlgn="base" hangingPunct="0">
      <a:spcBef>
        <a:spcPct val="0"/>
      </a:spcBef>
      <a:spcAft>
        <a:spcPct val="0"/>
      </a:spcAft>
      <a:defRPr kern="1200">
        <a:solidFill>
          <a:srgbClr val="000000"/>
        </a:solidFill>
        <a:latin typeface="Helvetica Neue" charset="0"/>
        <a:ea typeface="Helvetica Neue" charset="0"/>
        <a:cs typeface="Helvetica Neue" charset="0"/>
        <a:sym typeface="Helvetica Neue"/>
      </a:defRPr>
    </a:lvl2pPr>
    <a:lvl3pPr indent="457200" algn="l" rtl="0" eaLnBrk="0" fontAlgn="base" hangingPunct="0">
      <a:spcBef>
        <a:spcPct val="0"/>
      </a:spcBef>
      <a:spcAft>
        <a:spcPct val="0"/>
      </a:spcAft>
      <a:defRPr kern="1200">
        <a:solidFill>
          <a:srgbClr val="000000"/>
        </a:solidFill>
        <a:latin typeface="Helvetica Neue" charset="0"/>
        <a:ea typeface="Helvetica Neue" charset="0"/>
        <a:cs typeface="Helvetica Neue" charset="0"/>
        <a:sym typeface="Helvetica Neue"/>
      </a:defRPr>
    </a:lvl3pPr>
    <a:lvl4pPr indent="685800" algn="l" rtl="0" eaLnBrk="0" fontAlgn="base" hangingPunct="0">
      <a:spcBef>
        <a:spcPct val="0"/>
      </a:spcBef>
      <a:spcAft>
        <a:spcPct val="0"/>
      </a:spcAft>
      <a:defRPr kern="1200">
        <a:solidFill>
          <a:srgbClr val="000000"/>
        </a:solidFill>
        <a:latin typeface="Helvetica Neue" charset="0"/>
        <a:ea typeface="Helvetica Neue" charset="0"/>
        <a:cs typeface="Helvetica Neue" charset="0"/>
        <a:sym typeface="Helvetica Neue"/>
      </a:defRPr>
    </a:lvl4pPr>
    <a:lvl5pPr indent="914400" algn="l" rtl="0" eaLnBrk="0" fontAlgn="base" hangingPunct="0">
      <a:spcBef>
        <a:spcPct val="0"/>
      </a:spcBef>
      <a:spcAft>
        <a:spcPct val="0"/>
      </a:spcAft>
      <a:defRPr kern="1200">
        <a:solidFill>
          <a:srgbClr val="000000"/>
        </a:solidFill>
        <a:latin typeface="Helvetica Neue" charset="0"/>
        <a:ea typeface="Helvetica Neue" charset="0"/>
        <a:cs typeface="Helvetica Neue" charset="0"/>
        <a:sym typeface="Helvetica Neue"/>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 /><Relationship Id="rId1" Type="http://schemas.openxmlformats.org/officeDocument/2006/relationships/notesMaster" Target="../notesMasters/notesMaster1.xml" /></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 /><Relationship Id="rId1" Type="http://schemas.openxmlformats.org/officeDocument/2006/relationships/notesMaster" Target="../notesMasters/notesMaster1.xml" /></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 /><Relationship Id="rId1" Type="http://schemas.openxmlformats.org/officeDocument/2006/relationships/notesMaster" Target="../notesMasters/notesMaster1.xml" /></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 /><Relationship Id="rId1" Type="http://schemas.openxmlformats.org/officeDocument/2006/relationships/notesMaster" Target="../notesMasters/notesMaster1.xml" /></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 /><Relationship Id="rId1" Type="http://schemas.openxmlformats.org/officeDocument/2006/relationships/notesMaster" Target="../notesMasters/notesMaster1.xml" /></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 /><Relationship Id="rId1" Type="http://schemas.openxmlformats.org/officeDocument/2006/relationships/notesMaster" Target="../notesMasters/notesMaster1.xml" /></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 /><Relationship Id="rId1" Type="http://schemas.openxmlformats.org/officeDocument/2006/relationships/notesMaster" Target="../notesMasters/notesMaster1.xml" /></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ymbol zastępczy obrazu slajdu 1">
            <a:extLst>
              <a:ext uri="{FF2B5EF4-FFF2-40B4-BE49-F238E27FC236}">
                <a16:creationId xmlns:a16="http://schemas.microsoft.com/office/drawing/2014/main" id="{F4C2B5B8-5690-5D58-A53D-C1F9A4689971}"/>
              </a:ext>
            </a:extLst>
          </p:cNvPr>
          <p:cNvSpPr>
            <a:spLocks noGrp="1" noRot="1" noChangeAspect="1" noTextEdit="1"/>
          </p:cNvSpPr>
          <p:nvPr>
            <p:ph type="sldImg"/>
          </p:nvPr>
        </p:nvSpPr>
        <p:spPr/>
      </p:sp>
      <p:sp>
        <p:nvSpPr>
          <p:cNvPr id="10243" name="Symbol zastępczy notatek 2">
            <a:extLst>
              <a:ext uri="{FF2B5EF4-FFF2-40B4-BE49-F238E27FC236}">
                <a16:creationId xmlns:a16="http://schemas.microsoft.com/office/drawing/2014/main" id="{C648D94D-A893-6C1F-5083-F7C89F500EC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ltLang="en-US">
              <a:latin typeface="Helvetica Neue"/>
              <a:ea typeface="Helvetica Neue"/>
              <a:cs typeface="Helvetica Neue"/>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ymbol zastępczy obrazu slajdu 1">
            <a:extLst>
              <a:ext uri="{FF2B5EF4-FFF2-40B4-BE49-F238E27FC236}">
                <a16:creationId xmlns:a16="http://schemas.microsoft.com/office/drawing/2014/main" id="{A6CF4106-B907-F988-865B-7AE90DE39CCC}"/>
              </a:ext>
            </a:extLst>
          </p:cNvPr>
          <p:cNvSpPr>
            <a:spLocks noGrp="1" noRot="1" noChangeAspect="1" noTextEdit="1"/>
          </p:cNvSpPr>
          <p:nvPr>
            <p:ph type="sldImg"/>
          </p:nvPr>
        </p:nvSpPr>
        <p:spPr/>
      </p:sp>
      <p:sp>
        <p:nvSpPr>
          <p:cNvPr id="12291" name="Symbol zastępczy notatek 2">
            <a:extLst>
              <a:ext uri="{FF2B5EF4-FFF2-40B4-BE49-F238E27FC236}">
                <a16:creationId xmlns:a16="http://schemas.microsoft.com/office/drawing/2014/main" id="{3B93E3A5-38D9-26B6-1555-D506D484729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ltLang="en-US">
              <a:latin typeface="Helvetica Neue"/>
              <a:ea typeface="Helvetica Neue"/>
              <a:cs typeface="Helvetica Neue"/>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ymbol zastępczy obrazu slajdu 1">
            <a:extLst>
              <a:ext uri="{FF2B5EF4-FFF2-40B4-BE49-F238E27FC236}">
                <a16:creationId xmlns:a16="http://schemas.microsoft.com/office/drawing/2014/main" id="{A2CFA87D-5E7C-A762-FDCC-9D8EB63644CE}"/>
              </a:ext>
            </a:extLst>
          </p:cNvPr>
          <p:cNvSpPr>
            <a:spLocks noGrp="1" noRot="1" noChangeAspect="1" noTextEdit="1"/>
          </p:cNvSpPr>
          <p:nvPr>
            <p:ph type="sldImg"/>
          </p:nvPr>
        </p:nvSpPr>
        <p:spPr/>
      </p:sp>
      <p:sp>
        <p:nvSpPr>
          <p:cNvPr id="14339" name="Symbol zastępczy notatek 2">
            <a:extLst>
              <a:ext uri="{FF2B5EF4-FFF2-40B4-BE49-F238E27FC236}">
                <a16:creationId xmlns:a16="http://schemas.microsoft.com/office/drawing/2014/main" id="{2C261042-EB58-A23C-A0EB-E37ED9F0E75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pl-PL" altLang="en-US">
                <a:latin typeface="Helvetica Neue"/>
                <a:ea typeface="Helvetica Neue"/>
                <a:cs typeface="Helvetica Neue"/>
              </a:rPr>
              <a:t>𝐿𝑝=20⋅log10(𝑝/𝑝0)</a:t>
            </a:r>
          </a:p>
          <a:p>
            <a:r>
              <a:rPr lang="pl-PL" altLang="en-US">
                <a:latin typeface="Helvetica Neue"/>
                <a:ea typeface="Helvetica Neue"/>
                <a:cs typeface="Helvetica Neue"/>
              </a:rPr>
              <a:t>dla powietrza p0 = 20uPa</a:t>
            </a:r>
          </a:p>
          <a:p>
            <a:r>
              <a:rPr lang="pl-PL" altLang="en-US">
                <a:latin typeface="Helvetica Neue"/>
                <a:ea typeface="Helvetica Neue"/>
                <a:cs typeface="Helvetica Neue"/>
              </a:rPr>
              <a:t>R jest fukcją rekurencyjną obliczaną iteracyjnie</a:t>
            </a:r>
          </a:p>
          <a:p>
            <a:endParaRPr lang="pl-PL" altLang="en-US">
              <a:latin typeface="Helvetica Neue"/>
              <a:ea typeface="Helvetica Neue"/>
              <a:cs typeface="Helvetica Neue"/>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ymbol zastępczy obrazu slajdu 1">
            <a:extLst>
              <a:ext uri="{FF2B5EF4-FFF2-40B4-BE49-F238E27FC236}">
                <a16:creationId xmlns:a16="http://schemas.microsoft.com/office/drawing/2014/main" id="{AF43619F-49E2-B786-6D41-812A70A36C5B}"/>
              </a:ext>
            </a:extLst>
          </p:cNvPr>
          <p:cNvSpPr>
            <a:spLocks noGrp="1" noRot="1" noChangeAspect="1" noTextEdit="1"/>
          </p:cNvSpPr>
          <p:nvPr>
            <p:ph type="sldImg"/>
          </p:nvPr>
        </p:nvSpPr>
        <p:spPr/>
      </p:sp>
      <p:sp>
        <p:nvSpPr>
          <p:cNvPr id="16387" name="Symbol zastępczy notatek 2">
            <a:extLst>
              <a:ext uri="{FF2B5EF4-FFF2-40B4-BE49-F238E27FC236}">
                <a16:creationId xmlns:a16="http://schemas.microsoft.com/office/drawing/2014/main" id="{658022A6-7EEB-D686-09D0-6160A2215E2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pl-PL" altLang="en-US">
                <a:latin typeface="Helvetica Neue"/>
                <a:ea typeface="Helvetica Neue"/>
                <a:cs typeface="Helvetica Neue"/>
              </a:rPr>
              <a:t>𝐿𝑝=20⋅log10(𝑝/𝑝0)</a:t>
            </a:r>
            <a:br>
              <a:rPr lang="pl-PL" altLang="en-US">
                <a:latin typeface="Helvetica Neue"/>
                <a:ea typeface="Helvetica Neue"/>
                <a:cs typeface="Helvetica Neue"/>
              </a:rPr>
            </a:br>
            <a:r>
              <a:rPr lang="pl-PL" altLang="en-US">
                <a:latin typeface="Helvetica Neue"/>
                <a:ea typeface="Helvetica Neue"/>
                <a:cs typeface="Helvetica Neue"/>
              </a:rPr>
              <a:t>dla powietrza p0 = 20uPa</a:t>
            </a:r>
          </a:p>
          <a:p>
            <a:r>
              <a:rPr lang="pl-PL" altLang="en-US">
                <a:latin typeface="Helvetica Neue"/>
                <a:ea typeface="Helvetica Neue"/>
                <a:cs typeface="Helvetica Neue"/>
              </a:rPr>
              <a:t>R jest fukcją rekurencyjną obliczaną iteracyjnie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ymbol zastępczy obrazu slajdu 1">
            <a:extLst>
              <a:ext uri="{FF2B5EF4-FFF2-40B4-BE49-F238E27FC236}">
                <a16:creationId xmlns:a16="http://schemas.microsoft.com/office/drawing/2014/main" id="{A493DBDE-7489-794E-4FCF-F91276BD6E42}"/>
              </a:ext>
            </a:extLst>
          </p:cNvPr>
          <p:cNvSpPr>
            <a:spLocks noGrp="1" noRot="1" noChangeAspect="1" noTextEdit="1"/>
          </p:cNvSpPr>
          <p:nvPr>
            <p:ph type="sldImg"/>
          </p:nvPr>
        </p:nvSpPr>
        <p:spPr/>
      </p:sp>
      <p:sp>
        <p:nvSpPr>
          <p:cNvPr id="18435" name="Symbol zastępczy notatek 2">
            <a:extLst>
              <a:ext uri="{FF2B5EF4-FFF2-40B4-BE49-F238E27FC236}">
                <a16:creationId xmlns:a16="http://schemas.microsoft.com/office/drawing/2014/main" id="{9008075D-B434-3163-D387-87D2D95FAAF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pl-PL" altLang="en-US">
                <a:latin typeface="Times New Roman" panose="02020603050405020304" pitchFamily="18" charset="0"/>
                <a:ea typeface="Arial" panose="020B0604020202020204" pitchFamily="34" charset="0"/>
                <a:cs typeface="Times New Roman" panose="02020603050405020304" pitchFamily="18" charset="0"/>
              </a:rPr>
              <a:t>częstotliwość relaksacji -</a:t>
            </a:r>
            <a:r>
              <a:rPr lang="pl-PL" altLang="en-US">
                <a:latin typeface="Helvetica Neue"/>
                <a:ea typeface="Arial" panose="020B0604020202020204" pitchFamily="34" charset="0"/>
                <a:cs typeface="Times New Roman" panose="02020603050405020304" pitchFamily="18" charset="0"/>
              </a:rPr>
              <a:t> graniczna częstotliwość, powyżej której procesy wewnętrzne w materiale nie zdążają „śledzić” zmian ciśnienia akustycznego, maksymalne tłumienie.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ymbol zastępczy obrazu slajdu 1">
            <a:extLst>
              <a:ext uri="{FF2B5EF4-FFF2-40B4-BE49-F238E27FC236}">
                <a16:creationId xmlns:a16="http://schemas.microsoft.com/office/drawing/2014/main" id="{D928179A-E55A-71B6-D687-1CC62328DE27}"/>
              </a:ext>
            </a:extLst>
          </p:cNvPr>
          <p:cNvSpPr>
            <a:spLocks noGrp="1" noRot="1" noChangeAspect="1" noTextEdit="1"/>
          </p:cNvSpPr>
          <p:nvPr>
            <p:ph type="sldImg"/>
          </p:nvPr>
        </p:nvSpPr>
        <p:spPr/>
      </p:sp>
      <p:sp>
        <p:nvSpPr>
          <p:cNvPr id="21507" name="Symbol zastępczy notatek 2">
            <a:extLst>
              <a:ext uri="{FF2B5EF4-FFF2-40B4-BE49-F238E27FC236}">
                <a16:creationId xmlns:a16="http://schemas.microsoft.com/office/drawing/2014/main" id="{4FAC36E5-150D-7D29-50C4-A34C9865DBF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pl-PL" altLang="en-US">
                <a:latin typeface="Helvetica Neue"/>
                <a:ea typeface="Helvetica Neue"/>
                <a:cs typeface="Helvetica Neue"/>
              </a:rPr>
              <a:t>Przybliżone – bez współczynnika tłumienia</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ymbol zastępczy obrazu slajdu 1">
            <a:extLst>
              <a:ext uri="{FF2B5EF4-FFF2-40B4-BE49-F238E27FC236}">
                <a16:creationId xmlns:a16="http://schemas.microsoft.com/office/drawing/2014/main" id="{885D5549-9BF9-F03B-6CCE-28F8D523109D}"/>
              </a:ext>
            </a:extLst>
          </p:cNvPr>
          <p:cNvSpPr>
            <a:spLocks noGrp="1" noRot="1" noChangeAspect="1" noTextEdit="1"/>
          </p:cNvSpPr>
          <p:nvPr>
            <p:ph type="sldImg"/>
          </p:nvPr>
        </p:nvSpPr>
        <p:spPr/>
      </p:sp>
      <p:sp>
        <p:nvSpPr>
          <p:cNvPr id="24579" name="Symbol zastępczy notatek 2">
            <a:extLst>
              <a:ext uri="{FF2B5EF4-FFF2-40B4-BE49-F238E27FC236}">
                <a16:creationId xmlns:a16="http://schemas.microsoft.com/office/drawing/2014/main" id="{AC512CA3-9C98-6CB0-087F-0DEF909EAD7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pl-PL" altLang="en-US">
                <a:latin typeface="Helvetica Neue"/>
                <a:ea typeface="Helvetica Neue"/>
                <a:cs typeface="Helvetica Neue"/>
              </a:rPr>
              <a:t>Wspomnieć o rozważaniu technologii bezprzewodowych</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ymbol zastępczy obrazu slajdu 1">
            <a:extLst>
              <a:ext uri="{FF2B5EF4-FFF2-40B4-BE49-F238E27FC236}">
                <a16:creationId xmlns:a16="http://schemas.microsoft.com/office/drawing/2014/main" id="{B4477671-72E5-F3BC-C41B-6B2F91AB83B7}"/>
              </a:ext>
            </a:extLst>
          </p:cNvPr>
          <p:cNvSpPr>
            <a:spLocks noGrp="1" noRot="1" noChangeAspect="1" noTextEdit="1"/>
          </p:cNvSpPr>
          <p:nvPr>
            <p:ph type="sldImg"/>
          </p:nvPr>
        </p:nvSpPr>
        <p:spPr/>
      </p:sp>
      <p:sp>
        <p:nvSpPr>
          <p:cNvPr id="26627" name="Symbol zastępczy notatek 2">
            <a:extLst>
              <a:ext uri="{FF2B5EF4-FFF2-40B4-BE49-F238E27FC236}">
                <a16:creationId xmlns:a16="http://schemas.microsoft.com/office/drawing/2014/main" id="{1C4233CC-9FAA-7112-A373-0020891BF6C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ltLang="en-US">
              <a:latin typeface="Helvetica Neue"/>
              <a:ea typeface="Helvetica Neue"/>
              <a:cs typeface="Helvetica Neue"/>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ymbol zastępczy obrazu slajdu 1">
            <a:extLst>
              <a:ext uri="{FF2B5EF4-FFF2-40B4-BE49-F238E27FC236}">
                <a16:creationId xmlns:a16="http://schemas.microsoft.com/office/drawing/2014/main" id="{33BAEED5-E0F7-6E06-6C23-14FB6A58FFF9}"/>
              </a:ext>
            </a:extLst>
          </p:cNvPr>
          <p:cNvSpPr>
            <a:spLocks noGrp="1" noRot="1" noChangeAspect="1" noTextEdit="1"/>
          </p:cNvSpPr>
          <p:nvPr>
            <p:ph type="sldImg"/>
          </p:nvPr>
        </p:nvSpPr>
        <p:spPr/>
      </p:sp>
      <p:sp>
        <p:nvSpPr>
          <p:cNvPr id="28675" name="Symbol zastępczy notatek 2">
            <a:extLst>
              <a:ext uri="{FF2B5EF4-FFF2-40B4-BE49-F238E27FC236}">
                <a16:creationId xmlns:a16="http://schemas.microsoft.com/office/drawing/2014/main" id="{E0F670B6-0AE0-8914-C10B-FFE50B65A5B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ltLang="en-US">
              <a:latin typeface="Helvetica Neue"/>
              <a:ea typeface="Helvetica Neue"/>
              <a:cs typeface="Helvetica Neue"/>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ymbol zastępczy obrazu slajdu 1">
            <a:extLst>
              <a:ext uri="{FF2B5EF4-FFF2-40B4-BE49-F238E27FC236}">
                <a16:creationId xmlns:a16="http://schemas.microsoft.com/office/drawing/2014/main" id="{E0F2BBE7-57AE-9A66-8336-BCA5712FD9BC}"/>
              </a:ext>
            </a:extLst>
          </p:cNvPr>
          <p:cNvSpPr>
            <a:spLocks noGrp="1" noRot="1" noChangeAspect="1" noTextEdit="1"/>
          </p:cNvSpPr>
          <p:nvPr>
            <p:ph type="sldImg"/>
          </p:nvPr>
        </p:nvSpPr>
        <p:spPr/>
      </p:sp>
      <p:sp>
        <p:nvSpPr>
          <p:cNvPr id="31747" name="Symbol zastępczy notatek 2">
            <a:extLst>
              <a:ext uri="{FF2B5EF4-FFF2-40B4-BE49-F238E27FC236}">
                <a16:creationId xmlns:a16="http://schemas.microsoft.com/office/drawing/2014/main" id="{BED978AE-94F6-2649-D984-56585D96B757}"/>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ltLang="en-US">
              <a:latin typeface="Helvetica Neue"/>
              <a:ea typeface="Helvetica Neue"/>
              <a:cs typeface="Helvetica Neue"/>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ymbol zastępczy obrazu slajdu 1">
            <a:extLst>
              <a:ext uri="{FF2B5EF4-FFF2-40B4-BE49-F238E27FC236}">
                <a16:creationId xmlns:a16="http://schemas.microsoft.com/office/drawing/2014/main" id="{E651A01B-9D9D-22C1-C3DF-251B3A6A7D5A}"/>
              </a:ext>
            </a:extLst>
          </p:cNvPr>
          <p:cNvSpPr>
            <a:spLocks noGrp="1" noRot="1" noChangeAspect="1" noTextEdit="1"/>
          </p:cNvSpPr>
          <p:nvPr>
            <p:ph type="sldImg"/>
          </p:nvPr>
        </p:nvSpPr>
        <p:spPr/>
      </p:sp>
      <p:sp>
        <p:nvSpPr>
          <p:cNvPr id="33795" name="Symbol zastępczy notatek 2">
            <a:extLst>
              <a:ext uri="{FF2B5EF4-FFF2-40B4-BE49-F238E27FC236}">
                <a16:creationId xmlns:a16="http://schemas.microsoft.com/office/drawing/2014/main" id="{5217AB90-B1A3-1C07-C839-788C5912530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pl-PL" altLang="en-US">
                <a:latin typeface="Times New Roman" panose="02020603050405020304" pitchFamily="18" charset="0"/>
                <a:ea typeface="Arial" panose="020B0604020202020204" pitchFamily="34" charset="0"/>
                <a:cs typeface="Times New Roman" panose="02020603050405020304" pitchFamily="18" charset="0"/>
              </a:rPr>
              <a:t>różnicujący wzmacniacze operacyjny żeby wzmocnić sygnał</a:t>
            </a:r>
            <a:endParaRPr lang="pl-PL" altLang="en-US">
              <a:latin typeface="Helvetica Neue"/>
              <a:ea typeface="Arial" panose="020B0604020202020204" pitchFamily="34" charset="0"/>
              <a:cs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ymbol zastępczy obrazu slajdu 1">
            <a:extLst>
              <a:ext uri="{FF2B5EF4-FFF2-40B4-BE49-F238E27FC236}">
                <a16:creationId xmlns:a16="http://schemas.microsoft.com/office/drawing/2014/main" id="{4BEB15B3-B02D-FD5A-81FE-F05BA0B27787}"/>
              </a:ext>
            </a:extLst>
          </p:cNvPr>
          <p:cNvSpPr>
            <a:spLocks noGrp="1" noRot="1" noChangeAspect="1" noTextEdit="1"/>
          </p:cNvSpPr>
          <p:nvPr>
            <p:ph type="sldImg"/>
          </p:nvPr>
        </p:nvSpPr>
        <p:spPr/>
      </p:sp>
      <p:sp>
        <p:nvSpPr>
          <p:cNvPr id="35843" name="Symbol zastępczy notatek 2">
            <a:extLst>
              <a:ext uri="{FF2B5EF4-FFF2-40B4-BE49-F238E27FC236}">
                <a16:creationId xmlns:a16="http://schemas.microsoft.com/office/drawing/2014/main" id="{9C5199D4-4577-02A7-A8FF-14E29EFB652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ltLang="en-US">
              <a:latin typeface="Helvetica Neue"/>
              <a:ea typeface="Helvetica Neue"/>
              <a:cs typeface="Helvetica Neue"/>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ymbol zastępczy obrazu slajdu 1">
            <a:extLst>
              <a:ext uri="{FF2B5EF4-FFF2-40B4-BE49-F238E27FC236}">
                <a16:creationId xmlns:a16="http://schemas.microsoft.com/office/drawing/2014/main" id="{6849512A-A45E-287C-2413-A4E347CBF708}"/>
              </a:ext>
            </a:extLst>
          </p:cNvPr>
          <p:cNvSpPr>
            <a:spLocks noGrp="1" noRot="1" noChangeAspect="1" noTextEdit="1"/>
          </p:cNvSpPr>
          <p:nvPr>
            <p:ph type="sldImg"/>
          </p:nvPr>
        </p:nvSpPr>
        <p:spPr/>
      </p:sp>
      <p:sp>
        <p:nvSpPr>
          <p:cNvPr id="37891" name="Symbol zastępczy notatek 2">
            <a:extLst>
              <a:ext uri="{FF2B5EF4-FFF2-40B4-BE49-F238E27FC236}">
                <a16:creationId xmlns:a16="http://schemas.microsoft.com/office/drawing/2014/main" id="{A24FCDF9-18C8-2978-3EA9-6A36E0817D3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pl-PL" altLang="en-US">
                <a:latin typeface="Times New Roman" panose="02020603050405020304" pitchFamily="18" charset="0"/>
                <a:ea typeface="Arial" panose="020B0604020202020204" pitchFamily="34" charset="0"/>
                <a:cs typeface="Times New Roman" panose="02020603050405020304" pitchFamily="18" charset="0"/>
              </a:rPr>
              <a:t>Przetestowano kilka układów wzmacniających, rezultaty były niezadowalające</a:t>
            </a:r>
            <a:endParaRPr lang="pl-PL" altLang="en-US">
              <a:latin typeface="Helvetica Neue"/>
              <a:ea typeface="Arial" panose="020B0604020202020204" pitchFamily="34" charset="0"/>
              <a:cs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ymbol zastępczy obrazu slajdu 1">
            <a:extLst>
              <a:ext uri="{FF2B5EF4-FFF2-40B4-BE49-F238E27FC236}">
                <a16:creationId xmlns:a16="http://schemas.microsoft.com/office/drawing/2014/main" id="{C42D2150-1456-F811-A934-E10A8E2E50FD}"/>
              </a:ext>
            </a:extLst>
          </p:cNvPr>
          <p:cNvSpPr>
            <a:spLocks noGrp="1" noRot="1" noChangeAspect="1" noTextEdit="1"/>
          </p:cNvSpPr>
          <p:nvPr>
            <p:ph type="sldImg"/>
          </p:nvPr>
        </p:nvSpPr>
        <p:spPr/>
      </p:sp>
      <p:sp>
        <p:nvSpPr>
          <p:cNvPr id="39939" name="Symbol zastępczy notatek 2">
            <a:extLst>
              <a:ext uri="{FF2B5EF4-FFF2-40B4-BE49-F238E27FC236}">
                <a16:creationId xmlns:a16="http://schemas.microsoft.com/office/drawing/2014/main" id="{6F16C206-83E0-C3F4-77D0-BBC95BD3AC5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ltLang="en-US">
              <a:latin typeface="Helvetica Neue"/>
              <a:ea typeface="Helvetica Neue"/>
              <a:cs typeface="Helvetica Neue"/>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ymbol zastępczy obrazu slajdu 1">
            <a:extLst>
              <a:ext uri="{FF2B5EF4-FFF2-40B4-BE49-F238E27FC236}">
                <a16:creationId xmlns:a16="http://schemas.microsoft.com/office/drawing/2014/main" id="{FA87F28C-CF64-598C-F2B3-C8B64E7E52A1}"/>
              </a:ext>
            </a:extLst>
          </p:cNvPr>
          <p:cNvSpPr>
            <a:spLocks noGrp="1" noRot="1" noChangeAspect="1" noTextEdit="1"/>
          </p:cNvSpPr>
          <p:nvPr>
            <p:ph type="sldImg"/>
          </p:nvPr>
        </p:nvSpPr>
        <p:spPr/>
      </p:sp>
      <p:sp>
        <p:nvSpPr>
          <p:cNvPr id="41987" name="Symbol zastępczy notatek 2">
            <a:extLst>
              <a:ext uri="{FF2B5EF4-FFF2-40B4-BE49-F238E27FC236}">
                <a16:creationId xmlns:a16="http://schemas.microsoft.com/office/drawing/2014/main" id="{E019D6CE-1807-23AE-E47C-E8C7E4306BC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ltLang="en-US">
              <a:latin typeface="Helvetica Neue"/>
              <a:ea typeface="Helvetica Neue"/>
              <a:cs typeface="Helvetica Neue"/>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ymbol zastępczy obrazu slajdu 1">
            <a:extLst>
              <a:ext uri="{FF2B5EF4-FFF2-40B4-BE49-F238E27FC236}">
                <a16:creationId xmlns:a16="http://schemas.microsoft.com/office/drawing/2014/main" id="{47E352A8-F872-CFBE-B8CB-BF5401ED8A57}"/>
              </a:ext>
            </a:extLst>
          </p:cNvPr>
          <p:cNvSpPr>
            <a:spLocks noGrp="1" noRot="1" noChangeAspect="1" noTextEdit="1"/>
          </p:cNvSpPr>
          <p:nvPr>
            <p:ph type="sldImg"/>
          </p:nvPr>
        </p:nvSpPr>
        <p:spPr/>
      </p:sp>
      <p:sp>
        <p:nvSpPr>
          <p:cNvPr id="44035" name="Symbol zastępczy notatek 2">
            <a:extLst>
              <a:ext uri="{FF2B5EF4-FFF2-40B4-BE49-F238E27FC236}">
                <a16:creationId xmlns:a16="http://schemas.microsoft.com/office/drawing/2014/main" id="{1591FD75-D1A7-FD43-37C3-77EECF7E7D8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ltLang="en-US">
              <a:latin typeface="Helvetica Neue"/>
              <a:ea typeface="Helvetica Neue"/>
              <a:cs typeface="Helvetica Neue"/>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ymbol zastępczy obrazu slajdu 1">
            <a:extLst>
              <a:ext uri="{FF2B5EF4-FFF2-40B4-BE49-F238E27FC236}">
                <a16:creationId xmlns:a16="http://schemas.microsoft.com/office/drawing/2014/main" id="{A5CE66F9-8467-989D-CBC3-90124685241A}"/>
              </a:ext>
            </a:extLst>
          </p:cNvPr>
          <p:cNvSpPr>
            <a:spLocks noGrp="1" noRot="1" noChangeAspect="1" noTextEdit="1"/>
          </p:cNvSpPr>
          <p:nvPr>
            <p:ph type="sldImg"/>
          </p:nvPr>
        </p:nvSpPr>
        <p:spPr/>
      </p:sp>
      <p:sp>
        <p:nvSpPr>
          <p:cNvPr id="46083" name="Symbol zastępczy notatek 2">
            <a:extLst>
              <a:ext uri="{FF2B5EF4-FFF2-40B4-BE49-F238E27FC236}">
                <a16:creationId xmlns:a16="http://schemas.microsoft.com/office/drawing/2014/main" id="{63E6FA56-DBC0-9E43-744C-609B4DC092E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ltLang="en-US">
              <a:latin typeface="Helvetica Neue"/>
              <a:ea typeface="Helvetica Neue"/>
              <a:cs typeface="Helvetica Neue"/>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ymbol zastępczy obrazu slajdu 1">
            <a:extLst>
              <a:ext uri="{FF2B5EF4-FFF2-40B4-BE49-F238E27FC236}">
                <a16:creationId xmlns:a16="http://schemas.microsoft.com/office/drawing/2014/main" id="{AB9489A3-87F3-47D6-C18E-81D7F253C29E}"/>
              </a:ext>
            </a:extLst>
          </p:cNvPr>
          <p:cNvSpPr>
            <a:spLocks noGrp="1" noRot="1" noChangeAspect="1" noTextEdit="1"/>
          </p:cNvSpPr>
          <p:nvPr>
            <p:ph type="sldImg"/>
          </p:nvPr>
        </p:nvSpPr>
        <p:spPr/>
      </p:sp>
      <p:sp>
        <p:nvSpPr>
          <p:cNvPr id="52227" name="Symbol zastępczy notatek 2">
            <a:extLst>
              <a:ext uri="{FF2B5EF4-FFF2-40B4-BE49-F238E27FC236}">
                <a16:creationId xmlns:a16="http://schemas.microsoft.com/office/drawing/2014/main" id="{52BC0714-D072-82A4-B2AF-FE5C024CA43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pl-PL" altLang="en-US" b="1">
                <a:latin typeface="Helvetica Neue"/>
                <a:ea typeface="Helvetica Neue"/>
                <a:cs typeface="Helvetica Neue"/>
              </a:rPr>
              <a:t>Optymalizacja</a:t>
            </a:r>
            <a:r>
              <a:rPr lang="pl-PL" altLang="en-US">
                <a:latin typeface="Helvetica Neue"/>
                <a:ea typeface="Helvetica Neue"/>
                <a:cs typeface="Helvetica Neue"/>
              </a:rPr>
              <a:t> to proces </a:t>
            </a:r>
            <a:r>
              <a:rPr lang="pl-PL" altLang="en-US" b="1">
                <a:latin typeface="Helvetica Neue"/>
                <a:ea typeface="Helvetica Neue"/>
                <a:cs typeface="Helvetica Neue"/>
              </a:rPr>
              <a:t>doboru parametrów lub rozwiązań technicznych</a:t>
            </a:r>
            <a:r>
              <a:rPr lang="pl-PL" altLang="en-US">
                <a:latin typeface="Helvetica Neue"/>
                <a:ea typeface="Helvetica Neue"/>
                <a:cs typeface="Helvetica Neue"/>
              </a:rPr>
              <a:t>, które spełniają określone </a:t>
            </a:r>
            <a:r>
              <a:rPr lang="pl-PL" altLang="en-US" b="1">
                <a:latin typeface="Helvetica Neue"/>
                <a:ea typeface="Helvetica Neue"/>
                <a:cs typeface="Helvetica Neue"/>
              </a:rPr>
              <a:t>warunki (ograniczenia)</a:t>
            </a:r>
            <a:r>
              <a:rPr lang="pl-PL" altLang="en-US">
                <a:latin typeface="Helvetica Neue"/>
                <a:ea typeface="Helvetica Neue"/>
                <a:cs typeface="Helvetica Neue"/>
              </a:rPr>
              <a:t> i </a:t>
            </a:r>
            <a:r>
              <a:rPr lang="pl-PL" altLang="en-US" b="1">
                <a:latin typeface="Helvetica Neue"/>
                <a:ea typeface="Helvetica Neue"/>
                <a:cs typeface="Helvetica Neue"/>
              </a:rPr>
              <a:t>minimalizują lub maksymalizują</a:t>
            </a:r>
            <a:r>
              <a:rPr lang="pl-PL" altLang="en-US">
                <a:latin typeface="Helvetica Neue"/>
                <a:ea typeface="Helvetica Neue"/>
                <a:cs typeface="Helvetica Neue"/>
              </a:rPr>
              <a:t> wybrane </a:t>
            </a:r>
            <a:r>
              <a:rPr lang="pl-PL" altLang="en-US" b="1">
                <a:latin typeface="Helvetica Neue"/>
                <a:ea typeface="Helvetica Neue"/>
                <a:cs typeface="Helvetica Neue"/>
              </a:rPr>
              <a:t>kryterium celu</a:t>
            </a:r>
            <a:r>
              <a:rPr lang="pl-PL" altLang="en-US">
                <a:latin typeface="Helvetica Neue"/>
                <a:ea typeface="Helvetica Neue"/>
                <a:cs typeface="Helvetica Neue"/>
              </a:rPr>
              <a:t> (np. koszt, masę, zużycie energii, wydajność).</a:t>
            </a:r>
            <a:br>
              <a:rPr lang="pl-PL" altLang="en-US">
                <a:latin typeface="Helvetica Neue"/>
                <a:ea typeface="Helvetica Neue"/>
                <a:cs typeface="Helvetica Neue"/>
              </a:rPr>
            </a:br>
            <a:br>
              <a:rPr lang="pl-PL" altLang="en-US">
                <a:latin typeface="Helvetica Neue"/>
                <a:ea typeface="Helvetica Neue"/>
                <a:cs typeface="Helvetica Neue"/>
              </a:rPr>
            </a:br>
            <a:r>
              <a:rPr lang="pl-PL" altLang="en-US">
                <a:latin typeface="Helvetica Neue"/>
                <a:ea typeface="Helvetica Neue"/>
                <a:cs typeface="Helvetica Neue"/>
              </a:rPr>
              <a:t>Kryterium celu</a:t>
            </a:r>
            <a:br>
              <a:rPr lang="pl-PL" altLang="en-US">
                <a:latin typeface="Helvetica Neue"/>
                <a:ea typeface="Helvetica Neue"/>
                <a:cs typeface="Helvetica Neue"/>
              </a:rPr>
            </a:br>
            <a:r>
              <a:rPr lang="pl-PL" altLang="en-US">
                <a:latin typeface="Helvetica Neue"/>
                <a:ea typeface="Helvetica Neue"/>
                <a:cs typeface="Helvetica Neue"/>
              </a:rPr>
              <a:t>Ograniczenia </a:t>
            </a:r>
            <a:br>
              <a:rPr lang="pl-PL" altLang="en-US">
                <a:latin typeface="Helvetica Neue"/>
                <a:ea typeface="Helvetica Neue"/>
                <a:cs typeface="Helvetica Neue"/>
              </a:rPr>
            </a:br>
            <a:r>
              <a:rPr lang="pl-PL" altLang="en-US">
                <a:latin typeface="Helvetica Neue"/>
                <a:ea typeface="Helvetica Neue"/>
                <a:cs typeface="Helvetica Neue"/>
              </a:rPr>
              <a:t>Zmienne</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ymbol zastępczy obrazu slajdu 1">
            <a:extLst>
              <a:ext uri="{FF2B5EF4-FFF2-40B4-BE49-F238E27FC236}">
                <a16:creationId xmlns:a16="http://schemas.microsoft.com/office/drawing/2014/main" id="{F1D5B7FF-3851-2C32-126F-99A2AFB5F548}"/>
              </a:ext>
            </a:extLst>
          </p:cNvPr>
          <p:cNvSpPr>
            <a:spLocks noGrp="1" noRot="1" noChangeAspect="1" noTextEdit="1"/>
          </p:cNvSpPr>
          <p:nvPr>
            <p:ph type="sldImg"/>
          </p:nvPr>
        </p:nvSpPr>
        <p:spPr/>
      </p:sp>
      <p:sp>
        <p:nvSpPr>
          <p:cNvPr id="54275" name="Symbol zastępczy notatek 2">
            <a:extLst>
              <a:ext uri="{FF2B5EF4-FFF2-40B4-BE49-F238E27FC236}">
                <a16:creationId xmlns:a16="http://schemas.microsoft.com/office/drawing/2014/main" id="{028151A6-5F93-A46C-05AD-9DC65A468DB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ltLang="en-US">
              <a:latin typeface="Helvetica Neue"/>
              <a:ea typeface="Helvetica Neue"/>
              <a:cs typeface="Helvetica Neue"/>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ymbol zastępczy obrazu slajdu 1">
            <a:extLst>
              <a:ext uri="{FF2B5EF4-FFF2-40B4-BE49-F238E27FC236}">
                <a16:creationId xmlns:a16="http://schemas.microsoft.com/office/drawing/2014/main" id="{BC1481A1-24D4-6F50-3315-DF1467EC9CFD}"/>
              </a:ext>
            </a:extLst>
          </p:cNvPr>
          <p:cNvSpPr>
            <a:spLocks noGrp="1" noRot="1" noChangeAspect="1" noTextEdit="1"/>
          </p:cNvSpPr>
          <p:nvPr>
            <p:ph type="sldImg"/>
          </p:nvPr>
        </p:nvSpPr>
        <p:spPr/>
      </p:sp>
      <p:sp>
        <p:nvSpPr>
          <p:cNvPr id="56323" name="Symbol zastępczy notatek 2">
            <a:extLst>
              <a:ext uri="{FF2B5EF4-FFF2-40B4-BE49-F238E27FC236}">
                <a16:creationId xmlns:a16="http://schemas.microsoft.com/office/drawing/2014/main" id="{B4520043-A960-F4D2-337F-7633816457D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pl-PL" altLang="en-US">
                <a:latin typeface="Helvetica Neue"/>
                <a:ea typeface="Helvetica Neue"/>
                <a:cs typeface="Helvetica Neue"/>
              </a:rPr>
              <a:t>Przetestowano szczelność</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ymbol zastępczy obrazu slajdu 1">
            <a:extLst>
              <a:ext uri="{FF2B5EF4-FFF2-40B4-BE49-F238E27FC236}">
                <a16:creationId xmlns:a16="http://schemas.microsoft.com/office/drawing/2014/main" id="{5A65EB3D-D194-1E3A-99BE-73ECB5BA620C}"/>
              </a:ext>
            </a:extLst>
          </p:cNvPr>
          <p:cNvSpPr>
            <a:spLocks noGrp="1" noRot="1" noChangeAspect="1" noTextEdit="1"/>
          </p:cNvSpPr>
          <p:nvPr>
            <p:ph type="sldImg"/>
          </p:nvPr>
        </p:nvSpPr>
        <p:spPr/>
      </p:sp>
      <p:sp>
        <p:nvSpPr>
          <p:cNvPr id="58371" name="Symbol zastępczy notatek 2">
            <a:extLst>
              <a:ext uri="{FF2B5EF4-FFF2-40B4-BE49-F238E27FC236}">
                <a16:creationId xmlns:a16="http://schemas.microsoft.com/office/drawing/2014/main" id="{7D1A0D54-8093-F060-07B2-33909A85578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ltLang="en-US">
              <a:latin typeface="Helvetica Neue"/>
              <a:ea typeface="Helvetica Neue"/>
              <a:cs typeface="Helvetica Neue"/>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ymbol zastępczy obrazu slajdu 1">
            <a:extLst>
              <a:ext uri="{FF2B5EF4-FFF2-40B4-BE49-F238E27FC236}">
                <a16:creationId xmlns:a16="http://schemas.microsoft.com/office/drawing/2014/main" id="{E092F58D-D4ED-7044-39F9-9A6359059B6D}"/>
              </a:ext>
            </a:extLst>
          </p:cNvPr>
          <p:cNvSpPr>
            <a:spLocks noGrp="1" noRot="1" noChangeAspect="1" noTextEdit="1"/>
          </p:cNvSpPr>
          <p:nvPr>
            <p:ph type="sldImg"/>
          </p:nvPr>
        </p:nvSpPr>
        <p:spPr/>
      </p:sp>
      <p:sp>
        <p:nvSpPr>
          <p:cNvPr id="60419" name="Symbol zastępczy notatek 2">
            <a:extLst>
              <a:ext uri="{FF2B5EF4-FFF2-40B4-BE49-F238E27FC236}">
                <a16:creationId xmlns:a16="http://schemas.microsoft.com/office/drawing/2014/main" id="{A7AE5D7F-4CFE-4024-29F2-DA9F5EAFC2C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ltLang="en-US">
              <a:latin typeface="Helvetica Neue"/>
              <a:ea typeface="Helvetica Neue"/>
              <a:cs typeface="Helvetica Neue"/>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ymbol zastępczy obrazu slajdu 1">
            <a:extLst>
              <a:ext uri="{FF2B5EF4-FFF2-40B4-BE49-F238E27FC236}">
                <a16:creationId xmlns:a16="http://schemas.microsoft.com/office/drawing/2014/main" id="{133C036B-FE06-FFD8-F39A-F1B9FC5FD98C}"/>
              </a:ext>
            </a:extLst>
          </p:cNvPr>
          <p:cNvSpPr>
            <a:spLocks noGrp="1" noRot="1" noChangeAspect="1" noTextEdit="1"/>
          </p:cNvSpPr>
          <p:nvPr>
            <p:ph type="sldImg"/>
          </p:nvPr>
        </p:nvSpPr>
        <p:spPr/>
      </p:sp>
      <p:sp>
        <p:nvSpPr>
          <p:cNvPr id="62467" name="Symbol zastępczy notatek 2">
            <a:extLst>
              <a:ext uri="{FF2B5EF4-FFF2-40B4-BE49-F238E27FC236}">
                <a16:creationId xmlns:a16="http://schemas.microsoft.com/office/drawing/2014/main" id="{00FAC7CF-D649-7321-9A5B-3B95415390C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ltLang="en-US">
              <a:latin typeface="Helvetica Neue"/>
              <a:ea typeface="Helvetica Neue"/>
              <a:cs typeface="Helvetica Neue"/>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ymbol zastępczy obrazu slajdu 1">
            <a:extLst>
              <a:ext uri="{FF2B5EF4-FFF2-40B4-BE49-F238E27FC236}">
                <a16:creationId xmlns:a16="http://schemas.microsoft.com/office/drawing/2014/main" id="{CBEDC7C5-985B-EB89-87C5-4C57CFDAB4B2}"/>
              </a:ext>
            </a:extLst>
          </p:cNvPr>
          <p:cNvSpPr>
            <a:spLocks noGrp="1" noRot="1" noChangeAspect="1" noTextEdit="1"/>
          </p:cNvSpPr>
          <p:nvPr>
            <p:ph type="sldImg"/>
          </p:nvPr>
        </p:nvSpPr>
        <p:spPr/>
      </p:sp>
      <p:sp>
        <p:nvSpPr>
          <p:cNvPr id="64515" name="Symbol zastępczy notatek 2">
            <a:extLst>
              <a:ext uri="{FF2B5EF4-FFF2-40B4-BE49-F238E27FC236}">
                <a16:creationId xmlns:a16="http://schemas.microsoft.com/office/drawing/2014/main" id="{72F6B70D-68DF-A2A8-21B9-6130ED1F00B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pl-PL" altLang="en-US">
                <a:latin typeface="Helvetica Neue"/>
                <a:ea typeface="Helvetica Neue"/>
                <a:cs typeface="Helvetica Neue"/>
              </a:rPr>
              <a:t>Wysyłany z głośnika jest sygnał chirp 5-20Hz przez 0.5s co 5s</a:t>
            </a:r>
            <a:br>
              <a:rPr lang="pl-PL" altLang="en-US">
                <a:latin typeface="Helvetica Neue"/>
                <a:ea typeface="Helvetica Neue"/>
                <a:cs typeface="Helvetica Neue"/>
              </a:rPr>
            </a:br>
            <a:r>
              <a:rPr lang="pl-PL" altLang="en-US">
                <a:latin typeface="Helvetica Neue"/>
                <a:ea typeface="Helvetica Neue"/>
                <a:cs typeface="Helvetica Neue"/>
              </a:rPr>
              <a:t>Hydrofon 4 miał uszkodzony przewód</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ymbol zastępczy obrazu slajdu 1">
            <a:extLst>
              <a:ext uri="{FF2B5EF4-FFF2-40B4-BE49-F238E27FC236}">
                <a16:creationId xmlns:a16="http://schemas.microsoft.com/office/drawing/2014/main" id="{7AE411F8-FDBE-021E-A1F4-127AAA40BD0A}"/>
              </a:ext>
            </a:extLst>
          </p:cNvPr>
          <p:cNvSpPr>
            <a:spLocks noGrp="1" noRot="1" noChangeAspect="1" noTextEdit="1"/>
          </p:cNvSpPr>
          <p:nvPr>
            <p:ph type="sldImg"/>
          </p:nvPr>
        </p:nvSpPr>
        <p:spPr/>
      </p:sp>
      <p:sp>
        <p:nvSpPr>
          <p:cNvPr id="66563" name="Symbol zastępczy notatek 2">
            <a:extLst>
              <a:ext uri="{FF2B5EF4-FFF2-40B4-BE49-F238E27FC236}">
                <a16:creationId xmlns:a16="http://schemas.microsoft.com/office/drawing/2014/main" id="{B0E009FB-C8B4-F16D-5692-D04F2F5960C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pl-PL" altLang="en-US">
                <a:latin typeface="Times New Roman" panose="02020603050405020304" pitchFamily="18" charset="0"/>
                <a:ea typeface="Arial" panose="020B0604020202020204" pitchFamily="34" charset="0"/>
                <a:cs typeface="Times New Roman" panose="02020603050405020304" pitchFamily="18" charset="0"/>
              </a:rPr>
              <a:t>Ponadto, projekt może być rozwinięty tak aby umożliwić wizualizację skanowanego terenu z niewielkim tylko opóźnieniem. Pozwoliło by to używać sonaru podobnie do kamery i zastosowanie go na pokładzie autonomicznego pojazdu podwodnego.</a:t>
            </a:r>
          </a:p>
          <a:p>
            <a:endParaRPr lang="pl-PL" altLang="en-US">
              <a:latin typeface="Helvetica Neue"/>
              <a:ea typeface="Arial" panose="020B0604020202020204" pitchFamily="34" charset="0"/>
              <a:cs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ajd tytułowy">
    <p:spTree>
      <p:nvGrpSpPr>
        <p:cNvPr id="1" name=""/>
        <p:cNvGrpSpPr/>
        <p:nvPr/>
      </p:nvGrpSpPr>
      <p:grpSpPr>
        <a:xfrm>
          <a:off x="0" y="0"/>
          <a:ext cx="0" cy="0"/>
          <a:chOff x="0" y="0"/>
          <a:chExt cx="0" cy="0"/>
        </a:xfrm>
      </p:grpSpPr>
      <p:sp>
        <p:nvSpPr>
          <p:cNvPr id="2" name="Title 1"/>
          <p:cNvSpPr>
            <a:spLocks noGrp="1"/>
          </p:cNvSpPr>
          <p:nvPr>
            <p:ph type="ctrTitle"/>
          </p:nvPr>
        </p:nvSpPr>
        <p:spPr>
          <a:xfrm>
            <a:off x="1679178" y="1236678"/>
            <a:ext cx="10075069" cy="2630781"/>
          </a:xfrm>
        </p:spPr>
        <p:txBody>
          <a:bodyPr anchor="b"/>
          <a:lstStyle>
            <a:lvl1pPr algn="ctr">
              <a:defRPr sz="6611"/>
            </a:lvl1pPr>
          </a:lstStyle>
          <a:p>
            <a:r>
              <a:rPr lang="pl-PL"/>
              <a:t>Kliknij, aby edytować styl</a:t>
            </a:r>
            <a:endParaRPr lang="en-US"/>
          </a:p>
        </p:txBody>
      </p:sp>
      <p:sp>
        <p:nvSpPr>
          <p:cNvPr id="3" name="Subtitle 2"/>
          <p:cNvSpPr>
            <a:spLocks noGrp="1"/>
          </p:cNvSpPr>
          <p:nvPr>
            <p:ph type="subTitle" idx="1"/>
          </p:nvPr>
        </p:nvSpPr>
        <p:spPr>
          <a:xfrm>
            <a:off x="1679178" y="3968912"/>
            <a:ext cx="10075069" cy="1824404"/>
          </a:xfrm>
        </p:spPr>
        <p:txBody>
          <a:bodyPr/>
          <a:lstStyle>
            <a:lvl1pPr marL="0" indent="0" algn="ctr">
              <a:buNone/>
              <a:defRPr sz="2644"/>
            </a:lvl1pPr>
            <a:lvl2pPr marL="503743" indent="0" algn="ctr">
              <a:buNone/>
              <a:defRPr sz="2204"/>
            </a:lvl2pPr>
            <a:lvl3pPr marL="1007486" indent="0" algn="ctr">
              <a:buNone/>
              <a:defRPr sz="1983"/>
            </a:lvl3pPr>
            <a:lvl4pPr marL="1511229" indent="0" algn="ctr">
              <a:buNone/>
              <a:defRPr sz="1763"/>
            </a:lvl4pPr>
            <a:lvl5pPr marL="2014972" indent="0" algn="ctr">
              <a:buNone/>
              <a:defRPr sz="1763"/>
            </a:lvl5pPr>
            <a:lvl6pPr marL="2518715" indent="0" algn="ctr">
              <a:buNone/>
              <a:defRPr sz="1763"/>
            </a:lvl6pPr>
            <a:lvl7pPr marL="3022458" indent="0" algn="ctr">
              <a:buNone/>
              <a:defRPr sz="1763"/>
            </a:lvl7pPr>
            <a:lvl8pPr marL="3526201" indent="0" algn="ctr">
              <a:buNone/>
              <a:defRPr sz="1763"/>
            </a:lvl8pPr>
            <a:lvl9pPr marL="4029944" indent="0" algn="ctr">
              <a:buNone/>
              <a:defRPr sz="1763"/>
            </a:lvl9pPr>
          </a:lstStyle>
          <a:p>
            <a:r>
              <a:rPr lang="pl-PL"/>
              <a:t>Kliknij, aby edytować styl wzorca podtytułu</a:t>
            </a:r>
            <a:endParaRPr lang="en-US"/>
          </a:p>
        </p:txBody>
      </p:sp>
      <p:sp>
        <p:nvSpPr>
          <p:cNvPr id="4" name="Date Placeholder 3">
            <a:extLst>
              <a:ext uri="{FF2B5EF4-FFF2-40B4-BE49-F238E27FC236}">
                <a16:creationId xmlns:a16="http://schemas.microsoft.com/office/drawing/2014/main" id="{11876B77-A5BC-E6AA-75E9-7AEDE2C352A6}"/>
              </a:ext>
            </a:extLst>
          </p:cNvPr>
          <p:cNvSpPr>
            <a:spLocks noGrp="1"/>
          </p:cNvSpPr>
          <p:nvPr>
            <p:ph type="dt" sz="half" idx="10"/>
          </p:nvPr>
        </p:nvSpPr>
        <p:spPr/>
        <p:txBody>
          <a:bodyPr/>
          <a:lstStyle>
            <a:lvl1pPr>
              <a:defRPr/>
            </a:lvl1pPr>
          </a:lstStyle>
          <a:p>
            <a:pPr>
              <a:defRPr/>
            </a:pPr>
            <a:fld id="{250E9BA8-266F-457E-A8AD-E3696E97A32E}" type="datetimeFigureOut">
              <a:rPr lang="en-US"/>
              <a:pPr>
                <a:defRPr/>
              </a:pPr>
              <a:t>10/23/2025</a:t>
            </a:fld>
            <a:endParaRPr lang="en-US"/>
          </a:p>
        </p:txBody>
      </p:sp>
      <p:sp>
        <p:nvSpPr>
          <p:cNvPr id="5" name="Footer Placeholder 4">
            <a:extLst>
              <a:ext uri="{FF2B5EF4-FFF2-40B4-BE49-F238E27FC236}">
                <a16:creationId xmlns:a16="http://schemas.microsoft.com/office/drawing/2014/main" id="{B785F4B5-5CDB-0A7C-7A23-8186BF152681}"/>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CE9161B0-30A4-710A-BAB0-C9A933BD32C2}"/>
              </a:ext>
            </a:extLst>
          </p:cNvPr>
          <p:cNvSpPr>
            <a:spLocks noGrp="1"/>
          </p:cNvSpPr>
          <p:nvPr>
            <p:ph type="sldNum" sz="quarter" idx="12"/>
          </p:nvPr>
        </p:nvSpPr>
        <p:spPr/>
        <p:txBody>
          <a:bodyPr/>
          <a:lstStyle>
            <a:lvl1pPr>
              <a:defRPr/>
            </a:lvl1pPr>
          </a:lstStyle>
          <a:p>
            <a:pPr>
              <a:defRPr/>
            </a:pPr>
            <a:fld id="{64B87C2C-4F80-4E60-AA6A-0A6683F16F17}" type="slidenum">
              <a:rPr lang="en-US" altLang="pl-PL"/>
              <a:pPr>
                <a:defRPr/>
              </a:pPr>
              <a:t>‹#›</a:t>
            </a:fld>
            <a:endParaRPr lang="en-US" altLang="pl-PL"/>
          </a:p>
        </p:txBody>
      </p:sp>
    </p:spTree>
    <p:extLst>
      <p:ext uri="{BB962C8B-B14F-4D97-AF65-F5344CB8AC3E}">
        <p14:creationId xmlns:p14="http://schemas.microsoft.com/office/powerpoint/2010/main" val="23767608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ytuł i zawartość">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l-PL"/>
              <a:t>Kliknij, aby edytować styl</a:t>
            </a:r>
            <a:endParaRPr lang="en-US"/>
          </a:p>
        </p:txBody>
      </p:sp>
      <p:sp>
        <p:nvSpPr>
          <p:cNvPr id="3" name="Content Placeholder 2"/>
          <p:cNvSpPr>
            <a:spLocks noGrp="1"/>
          </p:cNvSpPr>
          <p:nvPr>
            <p:ph idx="1"/>
          </p:nvPr>
        </p:nvSpPr>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a:p>
        </p:txBody>
      </p:sp>
      <p:sp>
        <p:nvSpPr>
          <p:cNvPr id="4" name="Date Placeholder 3">
            <a:extLst>
              <a:ext uri="{FF2B5EF4-FFF2-40B4-BE49-F238E27FC236}">
                <a16:creationId xmlns:a16="http://schemas.microsoft.com/office/drawing/2014/main" id="{E1ABBE88-7EAB-6E12-B34D-39ADFCDEEBCA}"/>
              </a:ext>
            </a:extLst>
          </p:cNvPr>
          <p:cNvSpPr>
            <a:spLocks noGrp="1"/>
          </p:cNvSpPr>
          <p:nvPr>
            <p:ph type="dt" sz="half" idx="10"/>
          </p:nvPr>
        </p:nvSpPr>
        <p:spPr/>
        <p:txBody>
          <a:bodyPr/>
          <a:lstStyle>
            <a:lvl1pPr>
              <a:defRPr/>
            </a:lvl1pPr>
          </a:lstStyle>
          <a:p>
            <a:pPr>
              <a:defRPr/>
            </a:pPr>
            <a:fld id="{712E3E4D-68AE-461A-930E-4D88993A0010}" type="datetimeFigureOut">
              <a:rPr lang="en-US"/>
              <a:pPr>
                <a:defRPr/>
              </a:pPr>
              <a:t>10/23/2025</a:t>
            </a:fld>
            <a:endParaRPr lang="en-US"/>
          </a:p>
        </p:txBody>
      </p:sp>
      <p:sp>
        <p:nvSpPr>
          <p:cNvPr id="5" name="Footer Placeholder 4">
            <a:extLst>
              <a:ext uri="{FF2B5EF4-FFF2-40B4-BE49-F238E27FC236}">
                <a16:creationId xmlns:a16="http://schemas.microsoft.com/office/drawing/2014/main" id="{79BBC6C2-0602-99CC-725B-CF7EB9756169}"/>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72A5DA16-9C35-28B9-A342-AF38E71EFD72}"/>
              </a:ext>
            </a:extLst>
          </p:cNvPr>
          <p:cNvSpPr>
            <a:spLocks noGrp="1"/>
          </p:cNvSpPr>
          <p:nvPr>
            <p:ph type="sldNum" sz="quarter" idx="12"/>
          </p:nvPr>
        </p:nvSpPr>
        <p:spPr/>
        <p:txBody>
          <a:bodyPr/>
          <a:lstStyle>
            <a:lvl1pPr>
              <a:defRPr/>
            </a:lvl1pPr>
          </a:lstStyle>
          <a:p>
            <a:pPr>
              <a:defRPr/>
            </a:pPr>
            <a:fld id="{7F1768D6-3008-409B-BC3C-A59BA9B66C78}" type="slidenum">
              <a:rPr lang="en-US" altLang="pl-PL"/>
              <a:pPr>
                <a:defRPr/>
              </a:pPr>
              <a:t>‹#›</a:t>
            </a:fld>
            <a:endParaRPr lang="en-US" altLang="pl-PL"/>
          </a:p>
        </p:txBody>
      </p:sp>
    </p:spTree>
    <p:extLst>
      <p:ext uri="{BB962C8B-B14F-4D97-AF65-F5344CB8AC3E}">
        <p14:creationId xmlns:p14="http://schemas.microsoft.com/office/powerpoint/2010/main" val="5961012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Nagłówek sekcji">
    <p:spTree>
      <p:nvGrpSpPr>
        <p:cNvPr id="1" name=""/>
        <p:cNvGrpSpPr/>
        <p:nvPr/>
      </p:nvGrpSpPr>
      <p:grpSpPr>
        <a:xfrm>
          <a:off x="0" y="0"/>
          <a:ext cx="0" cy="0"/>
          <a:chOff x="0" y="0"/>
          <a:chExt cx="0" cy="0"/>
        </a:xfrm>
      </p:grpSpPr>
      <p:sp>
        <p:nvSpPr>
          <p:cNvPr id="2" name="Title 1"/>
          <p:cNvSpPr>
            <a:spLocks noGrp="1"/>
          </p:cNvSpPr>
          <p:nvPr>
            <p:ph type="title"/>
          </p:nvPr>
        </p:nvSpPr>
        <p:spPr>
          <a:xfrm>
            <a:off x="916551" y="1883878"/>
            <a:ext cx="11586329" cy="3143294"/>
          </a:xfrm>
        </p:spPr>
        <p:txBody>
          <a:bodyPr anchor="b"/>
          <a:lstStyle>
            <a:lvl1pPr>
              <a:defRPr sz="6611"/>
            </a:lvl1pPr>
          </a:lstStyle>
          <a:p>
            <a:r>
              <a:rPr lang="pl-PL"/>
              <a:t>Kliknij, aby edytować styl</a:t>
            </a:r>
            <a:endParaRPr lang="en-US"/>
          </a:p>
        </p:txBody>
      </p:sp>
      <p:sp>
        <p:nvSpPr>
          <p:cNvPr id="3" name="Text Placeholder 2"/>
          <p:cNvSpPr>
            <a:spLocks noGrp="1"/>
          </p:cNvSpPr>
          <p:nvPr>
            <p:ph type="body" idx="1"/>
          </p:nvPr>
        </p:nvSpPr>
        <p:spPr>
          <a:xfrm>
            <a:off x="916551" y="5056909"/>
            <a:ext cx="11586329" cy="1652984"/>
          </a:xfrm>
        </p:spPr>
        <p:txBody>
          <a:bodyPr/>
          <a:lstStyle>
            <a:lvl1pPr marL="0" indent="0">
              <a:buNone/>
              <a:defRPr sz="2644">
                <a:solidFill>
                  <a:schemeClr val="tx1">
                    <a:tint val="75000"/>
                  </a:schemeClr>
                </a:solidFill>
              </a:defRPr>
            </a:lvl1pPr>
            <a:lvl2pPr marL="503743" indent="0">
              <a:buNone/>
              <a:defRPr sz="2204">
                <a:solidFill>
                  <a:schemeClr val="tx1">
                    <a:tint val="75000"/>
                  </a:schemeClr>
                </a:solidFill>
              </a:defRPr>
            </a:lvl2pPr>
            <a:lvl3pPr marL="1007486" indent="0">
              <a:buNone/>
              <a:defRPr sz="1983">
                <a:solidFill>
                  <a:schemeClr val="tx1">
                    <a:tint val="75000"/>
                  </a:schemeClr>
                </a:solidFill>
              </a:defRPr>
            </a:lvl3pPr>
            <a:lvl4pPr marL="1511229" indent="0">
              <a:buNone/>
              <a:defRPr sz="1763">
                <a:solidFill>
                  <a:schemeClr val="tx1">
                    <a:tint val="75000"/>
                  </a:schemeClr>
                </a:solidFill>
              </a:defRPr>
            </a:lvl4pPr>
            <a:lvl5pPr marL="2014972" indent="0">
              <a:buNone/>
              <a:defRPr sz="1763">
                <a:solidFill>
                  <a:schemeClr val="tx1">
                    <a:tint val="75000"/>
                  </a:schemeClr>
                </a:solidFill>
              </a:defRPr>
            </a:lvl5pPr>
            <a:lvl6pPr marL="2518715" indent="0">
              <a:buNone/>
              <a:defRPr sz="1763">
                <a:solidFill>
                  <a:schemeClr val="tx1">
                    <a:tint val="75000"/>
                  </a:schemeClr>
                </a:solidFill>
              </a:defRPr>
            </a:lvl6pPr>
            <a:lvl7pPr marL="3022458" indent="0">
              <a:buNone/>
              <a:defRPr sz="1763">
                <a:solidFill>
                  <a:schemeClr val="tx1">
                    <a:tint val="75000"/>
                  </a:schemeClr>
                </a:solidFill>
              </a:defRPr>
            </a:lvl7pPr>
            <a:lvl8pPr marL="3526201" indent="0">
              <a:buNone/>
              <a:defRPr sz="1763">
                <a:solidFill>
                  <a:schemeClr val="tx1">
                    <a:tint val="75000"/>
                  </a:schemeClr>
                </a:solidFill>
              </a:defRPr>
            </a:lvl8pPr>
            <a:lvl9pPr marL="4029944" indent="0">
              <a:buNone/>
              <a:defRPr sz="1763">
                <a:solidFill>
                  <a:schemeClr val="tx1">
                    <a:tint val="75000"/>
                  </a:schemeClr>
                </a:solidFill>
              </a:defRPr>
            </a:lvl9pPr>
          </a:lstStyle>
          <a:p>
            <a:pPr lvl="0"/>
            <a:r>
              <a:rPr lang="pl-PL"/>
              <a:t>Kliknij, aby edytować style wzorca tekstu</a:t>
            </a:r>
          </a:p>
        </p:txBody>
      </p:sp>
      <p:sp>
        <p:nvSpPr>
          <p:cNvPr id="4" name="Date Placeholder 3">
            <a:extLst>
              <a:ext uri="{FF2B5EF4-FFF2-40B4-BE49-F238E27FC236}">
                <a16:creationId xmlns:a16="http://schemas.microsoft.com/office/drawing/2014/main" id="{014B16A8-FF88-B6F9-B396-181EE3C4625B}"/>
              </a:ext>
            </a:extLst>
          </p:cNvPr>
          <p:cNvSpPr>
            <a:spLocks noGrp="1"/>
          </p:cNvSpPr>
          <p:nvPr>
            <p:ph type="dt" sz="half" idx="10"/>
          </p:nvPr>
        </p:nvSpPr>
        <p:spPr/>
        <p:txBody>
          <a:bodyPr/>
          <a:lstStyle>
            <a:lvl1pPr>
              <a:defRPr/>
            </a:lvl1pPr>
          </a:lstStyle>
          <a:p>
            <a:pPr>
              <a:defRPr/>
            </a:pPr>
            <a:fld id="{CBEF41CA-5D4F-4AD9-BD4E-0B09A3C89D95}" type="datetimeFigureOut">
              <a:rPr lang="en-US"/>
              <a:pPr>
                <a:defRPr/>
              </a:pPr>
              <a:t>10/23/2025</a:t>
            </a:fld>
            <a:endParaRPr lang="en-US"/>
          </a:p>
        </p:txBody>
      </p:sp>
      <p:sp>
        <p:nvSpPr>
          <p:cNvPr id="5" name="Footer Placeholder 4">
            <a:extLst>
              <a:ext uri="{FF2B5EF4-FFF2-40B4-BE49-F238E27FC236}">
                <a16:creationId xmlns:a16="http://schemas.microsoft.com/office/drawing/2014/main" id="{A5FB80AF-CD05-A2D8-C3DB-5109A6ABB161}"/>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47A584D0-6716-7F57-5A73-671B1B30D8DD}"/>
              </a:ext>
            </a:extLst>
          </p:cNvPr>
          <p:cNvSpPr>
            <a:spLocks noGrp="1"/>
          </p:cNvSpPr>
          <p:nvPr>
            <p:ph type="sldNum" sz="quarter" idx="12"/>
          </p:nvPr>
        </p:nvSpPr>
        <p:spPr/>
        <p:txBody>
          <a:bodyPr/>
          <a:lstStyle>
            <a:lvl1pPr>
              <a:defRPr/>
            </a:lvl1pPr>
          </a:lstStyle>
          <a:p>
            <a:pPr>
              <a:defRPr/>
            </a:pPr>
            <a:fld id="{007E2E1B-B2D2-4D2C-9666-3463056A3062}" type="slidenum">
              <a:rPr lang="en-US" altLang="pl-PL"/>
              <a:pPr>
                <a:defRPr/>
              </a:pPr>
              <a:t>‹#›</a:t>
            </a:fld>
            <a:endParaRPr lang="en-US" altLang="pl-PL"/>
          </a:p>
        </p:txBody>
      </p:sp>
    </p:spTree>
    <p:extLst>
      <p:ext uri="{BB962C8B-B14F-4D97-AF65-F5344CB8AC3E}">
        <p14:creationId xmlns:p14="http://schemas.microsoft.com/office/powerpoint/2010/main" val="13669482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wa elementy zawartości">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l-PL"/>
              <a:t>Kliknij, aby edytować styl</a:t>
            </a:r>
            <a:endParaRPr lang="en-US"/>
          </a:p>
        </p:txBody>
      </p:sp>
      <p:sp>
        <p:nvSpPr>
          <p:cNvPr id="3" name="Content Placeholder 2"/>
          <p:cNvSpPr>
            <a:spLocks noGrp="1"/>
          </p:cNvSpPr>
          <p:nvPr>
            <p:ph sz="half" idx="1"/>
          </p:nvPr>
        </p:nvSpPr>
        <p:spPr>
          <a:xfrm>
            <a:off x="923548" y="2011568"/>
            <a:ext cx="5709206" cy="4794530"/>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a:p>
        </p:txBody>
      </p:sp>
      <p:sp>
        <p:nvSpPr>
          <p:cNvPr id="4" name="Content Placeholder 3"/>
          <p:cNvSpPr>
            <a:spLocks noGrp="1"/>
          </p:cNvSpPr>
          <p:nvPr>
            <p:ph sz="half" idx="2"/>
          </p:nvPr>
        </p:nvSpPr>
        <p:spPr>
          <a:xfrm>
            <a:off x="6800671" y="2011568"/>
            <a:ext cx="5709206" cy="4794530"/>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a:p>
        </p:txBody>
      </p:sp>
      <p:sp>
        <p:nvSpPr>
          <p:cNvPr id="5" name="Date Placeholder 3">
            <a:extLst>
              <a:ext uri="{FF2B5EF4-FFF2-40B4-BE49-F238E27FC236}">
                <a16:creationId xmlns:a16="http://schemas.microsoft.com/office/drawing/2014/main" id="{5C9F5B48-B6D5-2B4C-CA4A-1AC2009D1101}"/>
              </a:ext>
            </a:extLst>
          </p:cNvPr>
          <p:cNvSpPr>
            <a:spLocks noGrp="1"/>
          </p:cNvSpPr>
          <p:nvPr>
            <p:ph type="dt" sz="half" idx="10"/>
          </p:nvPr>
        </p:nvSpPr>
        <p:spPr/>
        <p:txBody>
          <a:bodyPr/>
          <a:lstStyle>
            <a:lvl1pPr>
              <a:defRPr/>
            </a:lvl1pPr>
          </a:lstStyle>
          <a:p>
            <a:pPr>
              <a:defRPr/>
            </a:pPr>
            <a:fld id="{302EF0C8-02E9-4653-9C25-6FD7924F4887}" type="datetimeFigureOut">
              <a:rPr lang="en-US"/>
              <a:pPr>
                <a:defRPr/>
              </a:pPr>
              <a:t>10/23/2025</a:t>
            </a:fld>
            <a:endParaRPr lang="en-US"/>
          </a:p>
        </p:txBody>
      </p:sp>
      <p:sp>
        <p:nvSpPr>
          <p:cNvPr id="6" name="Footer Placeholder 4">
            <a:extLst>
              <a:ext uri="{FF2B5EF4-FFF2-40B4-BE49-F238E27FC236}">
                <a16:creationId xmlns:a16="http://schemas.microsoft.com/office/drawing/2014/main" id="{36BC5D14-B29D-CA5A-813F-16C3A417A428}"/>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D9A5F82C-D52C-D78C-D558-513B4AD62865}"/>
              </a:ext>
            </a:extLst>
          </p:cNvPr>
          <p:cNvSpPr>
            <a:spLocks noGrp="1"/>
          </p:cNvSpPr>
          <p:nvPr>
            <p:ph type="sldNum" sz="quarter" idx="12"/>
          </p:nvPr>
        </p:nvSpPr>
        <p:spPr/>
        <p:txBody>
          <a:bodyPr/>
          <a:lstStyle>
            <a:lvl1pPr>
              <a:defRPr/>
            </a:lvl1pPr>
          </a:lstStyle>
          <a:p>
            <a:pPr>
              <a:defRPr/>
            </a:pPr>
            <a:fld id="{9DB40A1D-2C4F-4423-BBFE-182E7C2811A9}" type="slidenum">
              <a:rPr lang="en-US" altLang="pl-PL"/>
              <a:pPr>
                <a:defRPr/>
              </a:pPr>
              <a:t>‹#›</a:t>
            </a:fld>
            <a:endParaRPr lang="en-US" altLang="pl-PL"/>
          </a:p>
        </p:txBody>
      </p:sp>
    </p:spTree>
    <p:extLst>
      <p:ext uri="{BB962C8B-B14F-4D97-AF65-F5344CB8AC3E}">
        <p14:creationId xmlns:p14="http://schemas.microsoft.com/office/powerpoint/2010/main" val="17545696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orównanie">
    <p:spTree>
      <p:nvGrpSpPr>
        <p:cNvPr id="1" name=""/>
        <p:cNvGrpSpPr/>
        <p:nvPr/>
      </p:nvGrpSpPr>
      <p:grpSpPr>
        <a:xfrm>
          <a:off x="0" y="0"/>
          <a:ext cx="0" cy="0"/>
          <a:chOff x="0" y="0"/>
          <a:chExt cx="0" cy="0"/>
        </a:xfrm>
      </p:grpSpPr>
      <p:sp>
        <p:nvSpPr>
          <p:cNvPr id="2" name="Title 1"/>
          <p:cNvSpPr>
            <a:spLocks noGrp="1"/>
          </p:cNvSpPr>
          <p:nvPr>
            <p:ph type="title"/>
          </p:nvPr>
        </p:nvSpPr>
        <p:spPr>
          <a:xfrm>
            <a:off x="925298" y="402314"/>
            <a:ext cx="11586329" cy="1460574"/>
          </a:xfrm>
        </p:spPr>
        <p:txBody>
          <a:bodyPr/>
          <a:lstStyle/>
          <a:p>
            <a:r>
              <a:rPr lang="pl-PL"/>
              <a:t>Kliknij, aby edytować styl</a:t>
            </a:r>
            <a:endParaRPr lang="en-US"/>
          </a:p>
        </p:txBody>
      </p:sp>
      <p:sp>
        <p:nvSpPr>
          <p:cNvPr id="3" name="Text Placeholder 2"/>
          <p:cNvSpPr>
            <a:spLocks noGrp="1"/>
          </p:cNvSpPr>
          <p:nvPr>
            <p:ph type="body" idx="1"/>
          </p:nvPr>
        </p:nvSpPr>
        <p:spPr>
          <a:xfrm>
            <a:off x="925298" y="1852393"/>
            <a:ext cx="5682968" cy="907829"/>
          </a:xfrm>
        </p:spPr>
        <p:txBody>
          <a:bodyPr anchor="b"/>
          <a:lstStyle>
            <a:lvl1pPr marL="0" indent="0">
              <a:buNone/>
              <a:defRPr sz="2644" b="1"/>
            </a:lvl1pPr>
            <a:lvl2pPr marL="503743" indent="0">
              <a:buNone/>
              <a:defRPr sz="2204" b="1"/>
            </a:lvl2pPr>
            <a:lvl3pPr marL="1007486" indent="0">
              <a:buNone/>
              <a:defRPr sz="1983" b="1"/>
            </a:lvl3pPr>
            <a:lvl4pPr marL="1511229" indent="0">
              <a:buNone/>
              <a:defRPr sz="1763" b="1"/>
            </a:lvl4pPr>
            <a:lvl5pPr marL="2014972" indent="0">
              <a:buNone/>
              <a:defRPr sz="1763" b="1"/>
            </a:lvl5pPr>
            <a:lvl6pPr marL="2518715" indent="0">
              <a:buNone/>
              <a:defRPr sz="1763" b="1"/>
            </a:lvl6pPr>
            <a:lvl7pPr marL="3022458" indent="0">
              <a:buNone/>
              <a:defRPr sz="1763" b="1"/>
            </a:lvl7pPr>
            <a:lvl8pPr marL="3526201" indent="0">
              <a:buNone/>
              <a:defRPr sz="1763" b="1"/>
            </a:lvl8pPr>
            <a:lvl9pPr marL="4029944" indent="0">
              <a:buNone/>
              <a:defRPr sz="1763" b="1"/>
            </a:lvl9pPr>
          </a:lstStyle>
          <a:p>
            <a:pPr lvl="0"/>
            <a:r>
              <a:rPr lang="pl-PL"/>
              <a:t>Kliknij, aby edytować style wzorca tekstu</a:t>
            </a:r>
          </a:p>
        </p:txBody>
      </p:sp>
      <p:sp>
        <p:nvSpPr>
          <p:cNvPr id="4" name="Content Placeholder 3"/>
          <p:cNvSpPr>
            <a:spLocks noGrp="1"/>
          </p:cNvSpPr>
          <p:nvPr>
            <p:ph sz="half" idx="2"/>
          </p:nvPr>
        </p:nvSpPr>
        <p:spPr>
          <a:xfrm>
            <a:off x="925298" y="2760222"/>
            <a:ext cx="5682968" cy="4059870"/>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a:p>
        </p:txBody>
      </p:sp>
      <p:sp>
        <p:nvSpPr>
          <p:cNvPr id="5" name="Text Placeholder 4"/>
          <p:cNvSpPr>
            <a:spLocks noGrp="1"/>
          </p:cNvSpPr>
          <p:nvPr>
            <p:ph type="body" sz="quarter" idx="3"/>
          </p:nvPr>
        </p:nvSpPr>
        <p:spPr>
          <a:xfrm>
            <a:off x="6800672" y="1852393"/>
            <a:ext cx="5710955" cy="907829"/>
          </a:xfrm>
        </p:spPr>
        <p:txBody>
          <a:bodyPr anchor="b"/>
          <a:lstStyle>
            <a:lvl1pPr marL="0" indent="0">
              <a:buNone/>
              <a:defRPr sz="2644" b="1"/>
            </a:lvl1pPr>
            <a:lvl2pPr marL="503743" indent="0">
              <a:buNone/>
              <a:defRPr sz="2204" b="1"/>
            </a:lvl2pPr>
            <a:lvl3pPr marL="1007486" indent="0">
              <a:buNone/>
              <a:defRPr sz="1983" b="1"/>
            </a:lvl3pPr>
            <a:lvl4pPr marL="1511229" indent="0">
              <a:buNone/>
              <a:defRPr sz="1763" b="1"/>
            </a:lvl4pPr>
            <a:lvl5pPr marL="2014972" indent="0">
              <a:buNone/>
              <a:defRPr sz="1763" b="1"/>
            </a:lvl5pPr>
            <a:lvl6pPr marL="2518715" indent="0">
              <a:buNone/>
              <a:defRPr sz="1763" b="1"/>
            </a:lvl6pPr>
            <a:lvl7pPr marL="3022458" indent="0">
              <a:buNone/>
              <a:defRPr sz="1763" b="1"/>
            </a:lvl7pPr>
            <a:lvl8pPr marL="3526201" indent="0">
              <a:buNone/>
              <a:defRPr sz="1763" b="1"/>
            </a:lvl8pPr>
            <a:lvl9pPr marL="4029944" indent="0">
              <a:buNone/>
              <a:defRPr sz="1763" b="1"/>
            </a:lvl9pPr>
          </a:lstStyle>
          <a:p>
            <a:pPr lvl="0"/>
            <a:r>
              <a:rPr lang="pl-PL"/>
              <a:t>Kliknij, aby edytować style wzorca tekstu</a:t>
            </a:r>
          </a:p>
        </p:txBody>
      </p:sp>
      <p:sp>
        <p:nvSpPr>
          <p:cNvPr id="6" name="Content Placeholder 5"/>
          <p:cNvSpPr>
            <a:spLocks noGrp="1"/>
          </p:cNvSpPr>
          <p:nvPr>
            <p:ph sz="quarter" idx="4"/>
          </p:nvPr>
        </p:nvSpPr>
        <p:spPr>
          <a:xfrm>
            <a:off x="6800672" y="2760222"/>
            <a:ext cx="5710955" cy="4059870"/>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a:p>
        </p:txBody>
      </p:sp>
      <p:sp>
        <p:nvSpPr>
          <p:cNvPr id="7" name="Date Placeholder 3">
            <a:extLst>
              <a:ext uri="{FF2B5EF4-FFF2-40B4-BE49-F238E27FC236}">
                <a16:creationId xmlns:a16="http://schemas.microsoft.com/office/drawing/2014/main" id="{9D473F65-C1FD-C952-FEC8-DA70CFD23103}"/>
              </a:ext>
            </a:extLst>
          </p:cNvPr>
          <p:cNvSpPr>
            <a:spLocks noGrp="1"/>
          </p:cNvSpPr>
          <p:nvPr>
            <p:ph type="dt" sz="half" idx="10"/>
          </p:nvPr>
        </p:nvSpPr>
        <p:spPr/>
        <p:txBody>
          <a:bodyPr/>
          <a:lstStyle>
            <a:lvl1pPr>
              <a:defRPr/>
            </a:lvl1pPr>
          </a:lstStyle>
          <a:p>
            <a:pPr>
              <a:defRPr/>
            </a:pPr>
            <a:fld id="{39E92198-A0E4-41E6-A3C7-B8D1F909F3B6}" type="datetimeFigureOut">
              <a:rPr lang="en-US"/>
              <a:pPr>
                <a:defRPr/>
              </a:pPr>
              <a:t>10/23/2025</a:t>
            </a:fld>
            <a:endParaRPr lang="en-US"/>
          </a:p>
        </p:txBody>
      </p:sp>
      <p:sp>
        <p:nvSpPr>
          <p:cNvPr id="8" name="Footer Placeholder 4">
            <a:extLst>
              <a:ext uri="{FF2B5EF4-FFF2-40B4-BE49-F238E27FC236}">
                <a16:creationId xmlns:a16="http://schemas.microsoft.com/office/drawing/2014/main" id="{DE9678FE-80DF-500A-0C62-7B7DE3F2E558}"/>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2FF1AE81-4DD5-C280-2C50-F59CF054FBDF}"/>
              </a:ext>
            </a:extLst>
          </p:cNvPr>
          <p:cNvSpPr>
            <a:spLocks noGrp="1"/>
          </p:cNvSpPr>
          <p:nvPr>
            <p:ph type="sldNum" sz="quarter" idx="12"/>
          </p:nvPr>
        </p:nvSpPr>
        <p:spPr/>
        <p:txBody>
          <a:bodyPr/>
          <a:lstStyle>
            <a:lvl1pPr>
              <a:defRPr/>
            </a:lvl1pPr>
          </a:lstStyle>
          <a:p>
            <a:pPr>
              <a:defRPr/>
            </a:pPr>
            <a:fld id="{4F52B6D6-56CF-4D80-AF19-6B9800527540}" type="slidenum">
              <a:rPr lang="en-US" altLang="pl-PL"/>
              <a:pPr>
                <a:defRPr/>
              </a:pPr>
              <a:t>‹#›</a:t>
            </a:fld>
            <a:endParaRPr lang="en-US" altLang="pl-PL"/>
          </a:p>
        </p:txBody>
      </p:sp>
    </p:spTree>
    <p:extLst>
      <p:ext uri="{BB962C8B-B14F-4D97-AF65-F5344CB8AC3E}">
        <p14:creationId xmlns:p14="http://schemas.microsoft.com/office/powerpoint/2010/main" val="4707543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ylko tytu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l-PL"/>
              <a:t>Kliknij, aby edytować styl</a:t>
            </a:r>
            <a:endParaRPr lang="en-US"/>
          </a:p>
        </p:txBody>
      </p:sp>
      <p:sp>
        <p:nvSpPr>
          <p:cNvPr id="3" name="Date Placeholder 3">
            <a:extLst>
              <a:ext uri="{FF2B5EF4-FFF2-40B4-BE49-F238E27FC236}">
                <a16:creationId xmlns:a16="http://schemas.microsoft.com/office/drawing/2014/main" id="{E1399281-3289-7D6D-3C52-8AF3DA1830F1}"/>
              </a:ext>
            </a:extLst>
          </p:cNvPr>
          <p:cNvSpPr>
            <a:spLocks noGrp="1"/>
          </p:cNvSpPr>
          <p:nvPr>
            <p:ph type="dt" sz="half" idx="10"/>
          </p:nvPr>
        </p:nvSpPr>
        <p:spPr/>
        <p:txBody>
          <a:bodyPr/>
          <a:lstStyle>
            <a:lvl1pPr>
              <a:defRPr/>
            </a:lvl1pPr>
          </a:lstStyle>
          <a:p>
            <a:pPr>
              <a:defRPr/>
            </a:pPr>
            <a:fld id="{069BBF0B-8925-4E35-9B6D-3DA90E80EE5B}" type="datetimeFigureOut">
              <a:rPr lang="en-US"/>
              <a:pPr>
                <a:defRPr/>
              </a:pPr>
              <a:t>10/23/2025</a:t>
            </a:fld>
            <a:endParaRPr lang="en-US"/>
          </a:p>
        </p:txBody>
      </p:sp>
      <p:sp>
        <p:nvSpPr>
          <p:cNvPr id="4" name="Footer Placeholder 4">
            <a:extLst>
              <a:ext uri="{FF2B5EF4-FFF2-40B4-BE49-F238E27FC236}">
                <a16:creationId xmlns:a16="http://schemas.microsoft.com/office/drawing/2014/main" id="{0659C796-9B9D-DD27-9906-16C5C5DE76D7}"/>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1DDB07CE-0D29-FE6C-43A6-170042ECCB68}"/>
              </a:ext>
            </a:extLst>
          </p:cNvPr>
          <p:cNvSpPr>
            <a:spLocks noGrp="1"/>
          </p:cNvSpPr>
          <p:nvPr>
            <p:ph type="sldNum" sz="quarter" idx="12"/>
          </p:nvPr>
        </p:nvSpPr>
        <p:spPr/>
        <p:txBody>
          <a:bodyPr/>
          <a:lstStyle>
            <a:lvl1pPr>
              <a:defRPr/>
            </a:lvl1pPr>
          </a:lstStyle>
          <a:p>
            <a:pPr>
              <a:defRPr/>
            </a:pPr>
            <a:fld id="{A3A3BDFD-003B-4740-91B4-218C85727B8E}" type="slidenum">
              <a:rPr lang="en-US" altLang="pl-PL"/>
              <a:pPr>
                <a:defRPr/>
              </a:pPr>
              <a:t>‹#›</a:t>
            </a:fld>
            <a:endParaRPr lang="en-US" altLang="pl-PL"/>
          </a:p>
        </p:txBody>
      </p:sp>
    </p:spTree>
    <p:extLst>
      <p:ext uri="{BB962C8B-B14F-4D97-AF65-F5344CB8AC3E}">
        <p14:creationId xmlns:p14="http://schemas.microsoft.com/office/powerpoint/2010/main" val="33445535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Pusty">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0B225C41-3B6B-E51B-D8D6-C6A50E23849F}"/>
              </a:ext>
            </a:extLst>
          </p:cNvPr>
          <p:cNvSpPr>
            <a:spLocks noGrp="1"/>
          </p:cNvSpPr>
          <p:nvPr>
            <p:ph type="dt" sz="half" idx="10"/>
          </p:nvPr>
        </p:nvSpPr>
        <p:spPr/>
        <p:txBody>
          <a:bodyPr/>
          <a:lstStyle>
            <a:lvl1pPr>
              <a:defRPr/>
            </a:lvl1pPr>
          </a:lstStyle>
          <a:p>
            <a:pPr>
              <a:defRPr/>
            </a:pPr>
            <a:fld id="{1D7622E0-ECAC-48B9-9568-EB1A2FADCC8C}" type="datetimeFigureOut">
              <a:rPr lang="en-US"/>
              <a:pPr>
                <a:defRPr/>
              </a:pPr>
              <a:t>10/23/2025</a:t>
            </a:fld>
            <a:endParaRPr lang="en-US"/>
          </a:p>
        </p:txBody>
      </p:sp>
      <p:sp>
        <p:nvSpPr>
          <p:cNvPr id="3" name="Footer Placeholder 4">
            <a:extLst>
              <a:ext uri="{FF2B5EF4-FFF2-40B4-BE49-F238E27FC236}">
                <a16:creationId xmlns:a16="http://schemas.microsoft.com/office/drawing/2014/main" id="{9AFF961C-C368-5ABB-FD0C-A1F2145CFD9F}"/>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5F856365-52F5-2418-49E7-4F2BF2F7320F}"/>
              </a:ext>
            </a:extLst>
          </p:cNvPr>
          <p:cNvSpPr>
            <a:spLocks noGrp="1"/>
          </p:cNvSpPr>
          <p:nvPr>
            <p:ph type="sldNum" sz="quarter" idx="12"/>
          </p:nvPr>
        </p:nvSpPr>
        <p:spPr/>
        <p:txBody>
          <a:bodyPr/>
          <a:lstStyle>
            <a:lvl1pPr>
              <a:defRPr/>
            </a:lvl1pPr>
          </a:lstStyle>
          <a:p>
            <a:pPr>
              <a:defRPr/>
            </a:pPr>
            <a:fld id="{56576D92-A2F0-4970-8D3B-680979692950}" type="slidenum">
              <a:rPr lang="en-US" altLang="pl-PL"/>
              <a:pPr>
                <a:defRPr/>
              </a:pPr>
              <a:t>‹#›</a:t>
            </a:fld>
            <a:endParaRPr lang="en-US" altLang="pl-PL"/>
          </a:p>
        </p:txBody>
      </p:sp>
    </p:spTree>
    <p:extLst>
      <p:ext uri="{BB962C8B-B14F-4D97-AF65-F5344CB8AC3E}">
        <p14:creationId xmlns:p14="http://schemas.microsoft.com/office/powerpoint/2010/main" val="929204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Zawartość z podpisem">
    <p:spTree>
      <p:nvGrpSpPr>
        <p:cNvPr id="1" name=""/>
        <p:cNvGrpSpPr/>
        <p:nvPr/>
      </p:nvGrpSpPr>
      <p:grpSpPr>
        <a:xfrm>
          <a:off x="0" y="0"/>
          <a:ext cx="0" cy="0"/>
          <a:chOff x="0" y="0"/>
          <a:chExt cx="0" cy="0"/>
        </a:xfrm>
      </p:grpSpPr>
      <p:sp>
        <p:nvSpPr>
          <p:cNvPr id="2" name="Title 1"/>
          <p:cNvSpPr>
            <a:spLocks noGrp="1"/>
          </p:cNvSpPr>
          <p:nvPr>
            <p:ph type="title"/>
          </p:nvPr>
        </p:nvSpPr>
        <p:spPr>
          <a:xfrm>
            <a:off x="925298" y="503767"/>
            <a:ext cx="4332629" cy="1763183"/>
          </a:xfrm>
        </p:spPr>
        <p:txBody>
          <a:bodyPr anchor="b"/>
          <a:lstStyle>
            <a:lvl1pPr>
              <a:defRPr sz="3526"/>
            </a:lvl1pPr>
          </a:lstStyle>
          <a:p>
            <a:r>
              <a:rPr lang="pl-PL"/>
              <a:t>Kliknij, aby edytować styl</a:t>
            </a:r>
            <a:endParaRPr lang="en-US"/>
          </a:p>
        </p:txBody>
      </p:sp>
      <p:sp>
        <p:nvSpPr>
          <p:cNvPr id="3" name="Content Placeholder 2"/>
          <p:cNvSpPr>
            <a:spLocks noGrp="1"/>
          </p:cNvSpPr>
          <p:nvPr>
            <p:ph idx="1"/>
          </p:nvPr>
        </p:nvSpPr>
        <p:spPr>
          <a:xfrm>
            <a:off x="5710956" y="1087996"/>
            <a:ext cx="6800671" cy="5370013"/>
          </a:xfrm>
        </p:spPr>
        <p:txBody>
          <a:bodyPr/>
          <a:lstStyle>
            <a:lvl1pPr>
              <a:defRPr sz="3526"/>
            </a:lvl1pPr>
            <a:lvl2pPr>
              <a:defRPr sz="3085"/>
            </a:lvl2pPr>
            <a:lvl3pPr>
              <a:defRPr sz="2644"/>
            </a:lvl3pPr>
            <a:lvl4pPr>
              <a:defRPr sz="2204"/>
            </a:lvl4pPr>
            <a:lvl5pPr>
              <a:defRPr sz="2204"/>
            </a:lvl5pPr>
            <a:lvl6pPr>
              <a:defRPr sz="2204"/>
            </a:lvl6pPr>
            <a:lvl7pPr>
              <a:defRPr sz="2204"/>
            </a:lvl7pPr>
            <a:lvl8pPr>
              <a:defRPr sz="2204"/>
            </a:lvl8pPr>
            <a:lvl9pPr>
              <a:defRPr sz="2204"/>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a:p>
        </p:txBody>
      </p:sp>
      <p:sp>
        <p:nvSpPr>
          <p:cNvPr id="4" name="Text Placeholder 3"/>
          <p:cNvSpPr>
            <a:spLocks noGrp="1"/>
          </p:cNvSpPr>
          <p:nvPr>
            <p:ph type="body" sz="half" idx="2"/>
          </p:nvPr>
        </p:nvSpPr>
        <p:spPr>
          <a:xfrm>
            <a:off x="925298" y="2266950"/>
            <a:ext cx="4332629" cy="4199805"/>
          </a:xfrm>
        </p:spPr>
        <p:txBody>
          <a:bodyPr/>
          <a:lstStyle>
            <a:lvl1pPr marL="0" indent="0">
              <a:buNone/>
              <a:defRPr sz="1763"/>
            </a:lvl1pPr>
            <a:lvl2pPr marL="503743" indent="0">
              <a:buNone/>
              <a:defRPr sz="1543"/>
            </a:lvl2pPr>
            <a:lvl3pPr marL="1007486" indent="0">
              <a:buNone/>
              <a:defRPr sz="1322"/>
            </a:lvl3pPr>
            <a:lvl4pPr marL="1511229" indent="0">
              <a:buNone/>
              <a:defRPr sz="1102"/>
            </a:lvl4pPr>
            <a:lvl5pPr marL="2014972" indent="0">
              <a:buNone/>
              <a:defRPr sz="1102"/>
            </a:lvl5pPr>
            <a:lvl6pPr marL="2518715" indent="0">
              <a:buNone/>
              <a:defRPr sz="1102"/>
            </a:lvl6pPr>
            <a:lvl7pPr marL="3022458" indent="0">
              <a:buNone/>
              <a:defRPr sz="1102"/>
            </a:lvl7pPr>
            <a:lvl8pPr marL="3526201" indent="0">
              <a:buNone/>
              <a:defRPr sz="1102"/>
            </a:lvl8pPr>
            <a:lvl9pPr marL="4029944" indent="0">
              <a:buNone/>
              <a:defRPr sz="1102"/>
            </a:lvl9pPr>
          </a:lstStyle>
          <a:p>
            <a:pPr lvl="0"/>
            <a:r>
              <a:rPr lang="pl-PL"/>
              <a:t>Kliknij, aby edytować style wzorca tekstu</a:t>
            </a:r>
          </a:p>
        </p:txBody>
      </p:sp>
      <p:sp>
        <p:nvSpPr>
          <p:cNvPr id="5" name="Date Placeholder 3">
            <a:extLst>
              <a:ext uri="{FF2B5EF4-FFF2-40B4-BE49-F238E27FC236}">
                <a16:creationId xmlns:a16="http://schemas.microsoft.com/office/drawing/2014/main" id="{325EA723-1DA9-7F7B-1AD7-28A8FF22392F}"/>
              </a:ext>
            </a:extLst>
          </p:cNvPr>
          <p:cNvSpPr>
            <a:spLocks noGrp="1"/>
          </p:cNvSpPr>
          <p:nvPr>
            <p:ph type="dt" sz="half" idx="10"/>
          </p:nvPr>
        </p:nvSpPr>
        <p:spPr/>
        <p:txBody>
          <a:bodyPr/>
          <a:lstStyle>
            <a:lvl1pPr>
              <a:defRPr/>
            </a:lvl1pPr>
          </a:lstStyle>
          <a:p>
            <a:pPr>
              <a:defRPr/>
            </a:pPr>
            <a:fld id="{8BC467AB-5CFA-44E9-8B76-CAD7A4A701F1}" type="datetimeFigureOut">
              <a:rPr lang="en-US"/>
              <a:pPr>
                <a:defRPr/>
              </a:pPr>
              <a:t>10/23/2025</a:t>
            </a:fld>
            <a:endParaRPr lang="en-US"/>
          </a:p>
        </p:txBody>
      </p:sp>
      <p:sp>
        <p:nvSpPr>
          <p:cNvPr id="6" name="Footer Placeholder 4">
            <a:extLst>
              <a:ext uri="{FF2B5EF4-FFF2-40B4-BE49-F238E27FC236}">
                <a16:creationId xmlns:a16="http://schemas.microsoft.com/office/drawing/2014/main" id="{7ABF8248-DAB1-997D-BA03-C5C55350B2A6}"/>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CC77786D-A942-0124-E8A7-FBD2AC53BAB2}"/>
              </a:ext>
            </a:extLst>
          </p:cNvPr>
          <p:cNvSpPr>
            <a:spLocks noGrp="1"/>
          </p:cNvSpPr>
          <p:nvPr>
            <p:ph type="sldNum" sz="quarter" idx="12"/>
          </p:nvPr>
        </p:nvSpPr>
        <p:spPr/>
        <p:txBody>
          <a:bodyPr/>
          <a:lstStyle>
            <a:lvl1pPr>
              <a:defRPr/>
            </a:lvl1pPr>
          </a:lstStyle>
          <a:p>
            <a:pPr>
              <a:defRPr/>
            </a:pPr>
            <a:fld id="{9ED2AB47-90AC-4810-914E-ED17D42A21B8}" type="slidenum">
              <a:rPr lang="en-US" altLang="pl-PL"/>
              <a:pPr>
                <a:defRPr/>
              </a:pPr>
              <a:t>‹#›</a:t>
            </a:fld>
            <a:endParaRPr lang="en-US" altLang="pl-PL"/>
          </a:p>
        </p:txBody>
      </p:sp>
    </p:spTree>
    <p:extLst>
      <p:ext uri="{BB962C8B-B14F-4D97-AF65-F5344CB8AC3E}">
        <p14:creationId xmlns:p14="http://schemas.microsoft.com/office/powerpoint/2010/main" val="20812366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Obraz z podpisem">
    <p:spTree>
      <p:nvGrpSpPr>
        <p:cNvPr id="1" name=""/>
        <p:cNvGrpSpPr/>
        <p:nvPr/>
      </p:nvGrpSpPr>
      <p:grpSpPr>
        <a:xfrm>
          <a:off x="0" y="0"/>
          <a:ext cx="0" cy="0"/>
          <a:chOff x="0" y="0"/>
          <a:chExt cx="0" cy="0"/>
        </a:xfrm>
      </p:grpSpPr>
      <p:sp>
        <p:nvSpPr>
          <p:cNvPr id="2" name="Title 1"/>
          <p:cNvSpPr>
            <a:spLocks noGrp="1"/>
          </p:cNvSpPr>
          <p:nvPr>
            <p:ph type="title"/>
          </p:nvPr>
        </p:nvSpPr>
        <p:spPr>
          <a:xfrm>
            <a:off x="925298" y="503767"/>
            <a:ext cx="4332629" cy="1763183"/>
          </a:xfrm>
        </p:spPr>
        <p:txBody>
          <a:bodyPr anchor="b"/>
          <a:lstStyle>
            <a:lvl1pPr>
              <a:defRPr sz="3526"/>
            </a:lvl1pPr>
          </a:lstStyle>
          <a:p>
            <a:r>
              <a:rPr lang="pl-PL"/>
              <a:t>Kliknij, aby edytować styl</a:t>
            </a:r>
            <a:endParaRPr lang="en-US"/>
          </a:p>
        </p:txBody>
      </p:sp>
      <p:sp>
        <p:nvSpPr>
          <p:cNvPr id="3" name="Picture Placeholder 2"/>
          <p:cNvSpPr>
            <a:spLocks noGrp="1" noChangeAspect="1"/>
          </p:cNvSpPr>
          <p:nvPr>
            <p:ph type="pic" idx="1"/>
          </p:nvPr>
        </p:nvSpPr>
        <p:spPr>
          <a:xfrm>
            <a:off x="5710956" y="1087996"/>
            <a:ext cx="6800671" cy="5370013"/>
          </a:xfrm>
        </p:spPr>
        <p:txBody>
          <a:bodyPr rtlCol="0">
            <a:normAutofit/>
          </a:bodyPr>
          <a:lstStyle>
            <a:lvl1pPr marL="0" indent="0">
              <a:buNone/>
              <a:defRPr sz="3526"/>
            </a:lvl1pPr>
            <a:lvl2pPr marL="503743" indent="0">
              <a:buNone/>
              <a:defRPr sz="3085"/>
            </a:lvl2pPr>
            <a:lvl3pPr marL="1007486" indent="0">
              <a:buNone/>
              <a:defRPr sz="2644"/>
            </a:lvl3pPr>
            <a:lvl4pPr marL="1511229" indent="0">
              <a:buNone/>
              <a:defRPr sz="2204"/>
            </a:lvl4pPr>
            <a:lvl5pPr marL="2014972" indent="0">
              <a:buNone/>
              <a:defRPr sz="2204"/>
            </a:lvl5pPr>
            <a:lvl6pPr marL="2518715" indent="0">
              <a:buNone/>
              <a:defRPr sz="2204"/>
            </a:lvl6pPr>
            <a:lvl7pPr marL="3022458" indent="0">
              <a:buNone/>
              <a:defRPr sz="2204"/>
            </a:lvl7pPr>
            <a:lvl8pPr marL="3526201" indent="0">
              <a:buNone/>
              <a:defRPr sz="2204"/>
            </a:lvl8pPr>
            <a:lvl9pPr marL="4029944" indent="0">
              <a:buNone/>
              <a:defRPr sz="2204"/>
            </a:lvl9pPr>
          </a:lstStyle>
          <a:p>
            <a:pPr lvl="0"/>
            <a:r>
              <a:rPr lang="pl-PL" noProof="0"/>
              <a:t>Kliknij ikonę, aby dodać obraz</a:t>
            </a:r>
            <a:endParaRPr lang="en-US" noProof="0"/>
          </a:p>
        </p:txBody>
      </p:sp>
      <p:sp>
        <p:nvSpPr>
          <p:cNvPr id="4" name="Text Placeholder 3"/>
          <p:cNvSpPr>
            <a:spLocks noGrp="1"/>
          </p:cNvSpPr>
          <p:nvPr>
            <p:ph type="body" sz="half" idx="2"/>
          </p:nvPr>
        </p:nvSpPr>
        <p:spPr>
          <a:xfrm>
            <a:off x="925298" y="2266950"/>
            <a:ext cx="4332629" cy="4199805"/>
          </a:xfrm>
        </p:spPr>
        <p:txBody>
          <a:bodyPr/>
          <a:lstStyle>
            <a:lvl1pPr marL="0" indent="0">
              <a:buNone/>
              <a:defRPr sz="1763"/>
            </a:lvl1pPr>
            <a:lvl2pPr marL="503743" indent="0">
              <a:buNone/>
              <a:defRPr sz="1543"/>
            </a:lvl2pPr>
            <a:lvl3pPr marL="1007486" indent="0">
              <a:buNone/>
              <a:defRPr sz="1322"/>
            </a:lvl3pPr>
            <a:lvl4pPr marL="1511229" indent="0">
              <a:buNone/>
              <a:defRPr sz="1102"/>
            </a:lvl4pPr>
            <a:lvl5pPr marL="2014972" indent="0">
              <a:buNone/>
              <a:defRPr sz="1102"/>
            </a:lvl5pPr>
            <a:lvl6pPr marL="2518715" indent="0">
              <a:buNone/>
              <a:defRPr sz="1102"/>
            </a:lvl6pPr>
            <a:lvl7pPr marL="3022458" indent="0">
              <a:buNone/>
              <a:defRPr sz="1102"/>
            </a:lvl7pPr>
            <a:lvl8pPr marL="3526201" indent="0">
              <a:buNone/>
              <a:defRPr sz="1102"/>
            </a:lvl8pPr>
            <a:lvl9pPr marL="4029944" indent="0">
              <a:buNone/>
              <a:defRPr sz="1102"/>
            </a:lvl9pPr>
          </a:lstStyle>
          <a:p>
            <a:pPr lvl="0"/>
            <a:r>
              <a:rPr lang="pl-PL"/>
              <a:t>Kliknij, aby edytować style wzorca tekstu</a:t>
            </a:r>
          </a:p>
        </p:txBody>
      </p:sp>
      <p:sp>
        <p:nvSpPr>
          <p:cNvPr id="5" name="Date Placeholder 3">
            <a:extLst>
              <a:ext uri="{FF2B5EF4-FFF2-40B4-BE49-F238E27FC236}">
                <a16:creationId xmlns:a16="http://schemas.microsoft.com/office/drawing/2014/main" id="{F7C84A85-BE10-755E-C51D-6FA6D97DEFD0}"/>
              </a:ext>
            </a:extLst>
          </p:cNvPr>
          <p:cNvSpPr>
            <a:spLocks noGrp="1"/>
          </p:cNvSpPr>
          <p:nvPr>
            <p:ph type="dt" sz="half" idx="10"/>
          </p:nvPr>
        </p:nvSpPr>
        <p:spPr/>
        <p:txBody>
          <a:bodyPr/>
          <a:lstStyle>
            <a:lvl1pPr>
              <a:defRPr/>
            </a:lvl1pPr>
          </a:lstStyle>
          <a:p>
            <a:pPr>
              <a:defRPr/>
            </a:pPr>
            <a:fld id="{C6A7EC56-B98B-4166-BD2D-1152FFF553F5}" type="datetimeFigureOut">
              <a:rPr lang="en-US"/>
              <a:pPr>
                <a:defRPr/>
              </a:pPr>
              <a:t>10/23/2025</a:t>
            </a:fld>
            <a:endParaRPr lang="en-US"/>
          </a:p>
        </p:txBody>
      </p:sp>
      <p:sp>
        <p:nvSpPr>
          <p:cNvPr id="6" name="Footer Placeholder 4">
            <a:extLst>
              <a:ext uri="{FF2B5EF4-FFF2-40B4-BE49-F238E27FC236}">
                <a16:creationId xmlns:a16="http://schemas.microsoft.com/office/drawing/2014/main" id="{AC19EC81-9318-7513-2A88-F0DFE9D3A59A}"/>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CAB200AA-6447-32E0-FF37-3074307B6BCB}"/>
              </a:ext>
            </a:extLst>
          </p:cNvPr>
          <p:cNvSpPr>
            <a:spLocks noGrp="1"/>
          </p:cNvSpPr>
          <p:nvPr>
            <p:ph type="sldNum" sz="quarter" idx="12"/>
          </p:nvPr>
        </p:nvSpPr>
        <p:spPr/>
        <p:txBody>
          <a:bodyPr/>
          <a:lstStyle>
            <a:lvl1pPr>
              <a:defRPr/>
            </a:lvl1pPr>
          </a:lstStyle>
          <a:p>
            <a:pPr>
              <a:defRPr/>
            </a:pPr>
            <a:fld id="{37FB5458-CEE6-44EE-9128-3730EB91AFB7}" type="slidenum">
              <a:rPr lang="en-US" altLang="pl-PL"/>
              <a:pPr>
                <a:defRPr/>
              </a:pPr>
              <a:t>‹#›</a:t>
            </a:fld>
            <a:endParaRPr lang="en-US" altLang="pl-PL"/>
          </a:p>
        </p:txBody>
      </p:sp>
    </p:spTree>
    <p:extLst>
      <p:ext uri="{BB962C8B-B14F-4D97-AF65-F5344CB8AC3E}">
        <p14:creationId xmlns:p14="http://schemas.microsoft.com/office/powerpoint/2010/main" val="13839394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ytuł i tekst pionow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l-PL"/>
              <a:t>Kliknij, aby edytować styl</a:t>
            </a:r>
            <a:endParaRPr lang="en-US"/>
          </a:p>
        </p:txBody>
      </p:sp>
      <p:sp>
        <p:nvSpPr>
          <p:cNvPr id="3" name="Vertical Text Placeholder 2"/>
          <p:cNvSpPr>
            <a:spLocks noGrp="1"/>
          </p:cNvSpPr>
          <p:nvPr>
            <p:ph type="body" orient="vert" idx="1"/>
          </p:nvPr>
        </p:nvSpPr>
        <p:spPr/>
        <p:txBody>
          <a:bodyPr vert="eaVe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a:p>
        </p:txBody>
      </p:sp>
      <p:sp>
        <p:nvSpPr>
          <p:cNvPr id="4" name="Date Placeholder 3">
            <a:extLst>
              <a:ext uri="{FF2B5EF4-FFF2-40B4-BE49-F238E27FC236}">
                <a16:creationId xmlns:a16="http://schemas.microsoft.com/office/drawing/2014/main" id="{E2AF8096-8B79-AD23-B6B4-C1041939C50F}"/>
              </a:ext>
            </a:extLst>
          </p:cNvPr>
          <p:cNvSpPr>
            <a:spLocks noGrp="1"/>
          </p:cNvSpPr>
          <p:nvPr>
            <p:ph type="dt" sz="half" idx="10"/>
          </p:nvPr>
        </p:nvSpPr>
        <p:spPr/>
        <p:txBody>
          <a:bodyPr/>
          <a:lstStyle>
            <a:lvl1pPr>
              <a:defRPr/>
            </a:lvl1pPr>
          </a:lstStyle>
          <a:p>
            <a:pPr>
              <a:defRPr/>
            </a:pPr>
            <a:fld id="{F718B7D7-C8E3-4F2C-9A34-5D91CF91A12D}" type="datetimeFigureOut">
              <a:rPr lang="en-US"/>
              <a:pPr>
                <a:defRPr/>
              </a:pPr>
              <a:t>10/23/2025</a:t>
            </a:fld>
            <a:endParaRPr lang="en-US"/>
          </a:p>
        </p:txBody>
      </p:sp>
      <p:sp>
        <p:nvSpPr>
          <p:cNvPr id="5" name="Footer Placeholder 4">
            <a:extLst>
              <a:ext uri="{FF2B5EF4-FFF2-40B4-BE49-F238E27FC236}">
                <a16:creationId xmlns:a16="http://schemas.microsoft.com/office/drawing/2014/main" id="{A218EFD0-C830-B116-0BE1-F4C16EDBD48B}"/>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DE6B71E8-CCE5-CED2-4001-BF73C7658848}"/>
              </a:ext>
            </a:extLst>
          </p:cNvPr>
          <p:cNvSpPr>
            <a:spLocks noGrp="1"/>
          </p:cNvSpPr>
          <p:nvPr>
            <p:ph type="sldNum" sz="quarter" idx="12"/>
          </p:nvPr>
        </p:nvSpPr>
        <p:spPr/>
        <p:txBody>
          <a:bodyPr/>
          <a:lstStyle>
            <a:lvl1pPr>
              <a:defRPr/>
            </a:lvl1pPr>
          </a:lstStyle>
          <a:p>
            <a:pPr>
              <a:defRPr/>
            </a:pPr>
            <a:fld id="{A9FACA48-CD1D-4520-A464-CA31FC687A06}" type="slidenum">
              <a:rPr lang="en-US" altLang="pl-PL"/>
              <a:pPr>
                <a:defRPr/>
              </a:pPr>
              <a:t>‹#›</a:t>
            </a:fld>
            <a:endParaRPr lang="en-US" altLang="pl-PL"/>
          </a:p>
        </p:txBody>
      </p:sp>
    </p:spTree>
    <p:extLst>
      <p:ext uri="{BB962C8B-B14F-4D97-AF65-F5344CB8AC3E}">
        <p14:creationId xmlns:p14="http://schemas.microsoft.com/office/powerpoint/2010/main" val="13051926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ytuł pionowy i teks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613295" y="402314"/>
            <a:ext cx="2896582" cy="6403784"/>
          </a:xfrm>
        </p:spPr>
        <p:txBody>
          <a:bodyPr vert="eaVert"/>
          <a:lstStyle/>
          <a:p>
            <a:r>
              <a:rPr lang="pl-PL"/>
              <a:t>Kliknij, aby edytować styl</a:t>
            </a:r>
            <a:endParaRPr lang="en-US"/>
          </a:p>
        </p:txBody>
      </p:sp>
      <p:sp>
        <p:nvSpPr>
          <p:cNvPr id="3" name="Vertical Text Placeholder 2"/>
          <p:cNvSpPr>
            <a:spLocks noGrp="1"/>
          </p:cNvSpPr>
          <p:nvPr>
            <p:ph type="body" orient="vert" idx="1"/>
          </p:nvPr>
        </p:nvSpPr>
        <p:spPr>
          <a:xfrm>
            <a:off x="923548" y="402314"/>
            <a:ext cx="8521829" cy="6403784"/>
          </a:xfrm>
        </p:spPr>
        <p:txBody>
          <a:bodyPr vert="eaVe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a:p>
        </p:txBody>
      </p:sp>
      <p:sp>
        <p:nvSpPr>
          <p:cNvPr id="4" name="Date Placeholder 3">
            <a:extLst>
              <a:ext uri="{FF2B5EF4-FFF2-40B4-BE49-F238E27FC236}">
                <a16:creationId xmlns:a16="http://schemas.microsoft.com/office/drawing/2014/main" id="{31D6FBF3-6B5A-1010-D882-326DEBF55BA5}"/>
              </a:ext>
            </a:extLst>
          </p:cNvPr>
          <p:cNvSpPr>
            <a:spLocks noGrp="1"/>
          </p:cNvSpPr>
          <p:nvPr>
            <p:ph type="dt" sz="half" idx="10"/>
          </p:nvPr>
        </p:nvSpPr>
        <p:spPr/>
        <p:txBody>
          <a:bodyPr/>
          <a:lstStyle>
            <a:lvl1pPr>
              <a:defRPr/>
            </a:lvl1pPr>
          </a:lstStyle>
          <a:p>
            <a:pPr>
              <a:defRPr/>
            </a:pPr>
            <a:fld id="{073407CC-BA33-4E60-86B1-7B52A01DBD6F}" type="datetimeFigureOut">
              <a:rPr lang="en-US"/>
              <a:pPr>
                <a:defRPr/>
              </a:pPr>
              <a:t>10/23/2025</a:t>
            </a:fld>
            <a:endParaRPr lang="en-US"/>
          </a:p>
        </p:txBody>
      </p:sp>
      <p:sp>
        <p:nvSpPr>
          <p:cNvPr id="5" name="Footer Placeholder 4">
            <a:extLst>
              <a:ext uri="{FF2B5EF4-FFF2-40B4-BE49-F238E27FC236}">
                <a16:creationId xmlns:a16="http://schemas.microsoft.com/office/drawing/2014/main" id="{5926C001-CD79-0AC6-0857-00BAB58EAD5B}"/>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16909FA7-B61C-8AAA-36F3-566853B73141}"/>
              </a:ext>
            </a:extLst>
          </p:cNvPr>
          <p:cNvSpPr>
            <a:spLocks noGrp="1"/>
          </p:cNvSpPr>
          <p:nvPr>
            <p:ph type="sldNum" sz="quarter" idx="12"/>
          </p:nvPr>
        </p:nvSpPr>
        <p:spPr/>
        <p:txBody>
          <a:bodyPr/>
          <a:lstStyle>
            <a:lvl1pPr>
              <a:defRPr/>
            </a:lvl1pPr>
          </a:lstStyle>
          <a:p>
            <a:pPr>
              <a:defRPr/>
            </a:pPr>
            <a:fld id="{21FBC7B3-7EE5-4AE2-AADE-2AEBE476AFC0}" type="slidenum">
              <a:rPr lang="en-US" altLang="pl-PL"/>
              <a:pPr>
                <a:defRPr/>
              </a:pPr>
              <a:t>‹#›</a:t>
            </a:fld>
            <a:endParaRPr lang="en-US" altLang="pl-PL"/>
          </a:p>
        </p:txBody>
      </p:sp>
    </p:spTree>
    <p:extLst>
      <p:ext uri="{BB962C8B-B14F-4D97-AF65-F5344CB8AC3E}">
        <p14:creationId xmlns:p14="http://schemas.microsoft.com/office/powerpoint/2010/main" val="31984939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Slajd tytułowy">
    <p:spTree>
      <p:nvGrpSpPr>
        <p:cNvPr id="1" name=""/>
        <p:cNvGrpSpPr/>
        <p:nvPr/>
      </p:nvGrpSpPr>
      <p:grpSpPr>
        <a:xfrm>
          <a:off x="0" y="0"/>
          <a:ext cx="0" cy="0"/>
          <a:chOff x="0" y="0"/>
          <a:chExt cx="0" cy="0"/>
        </a:xfrm>
      </p:grpSpPr>
      <p:sp>
        <p:nvSpPr>
          <p:cNvPr id="2" name="Title 1"/>
          <p:cNvSpPr>
            <a:spLocks noGrp="1"/>
          </p:cNvSpPr>
          <p:nvPr>
            <p:ph type="ctrTitle"/>
          </p:nvPr>
        </p:nvSpPr>
        <p:spPr>
          <a:xfrm>
            <a:off x="1679178" y="1236678"/>
            <a:ext cx="10075069" cy="2630781"/>
          </a:xfrm>
        </p:spPr>
        <p:txBody>
          <a:bodyPr anchor="b"/>
          <a:lstStyle>
            <a:lvl1pPr algn="ctr">
              <a:defRPr sz="6611"/>
            </a:lvl1pPr>
          </a:lstStyle>
          <a:p>
            <a:r>
              <a:rPr lang="pl-PL"/>
              <a:t>Kliknij, aby edytować styl</a:t>
            </a:r>
            <a:endParaRPr lang="en-US"/>
          </a:p>
        </p:txBody>
      </p:sp>
      <p:sp>
        <p:nvSpPr>
          <p:cNvPr id="3" name="Subtitle 2"/>
          <p:cNvSpPr>
            <a:spLocks noGrp="1"/>
          </p:cNvSpPr>
          <p:nvPr>
            <p:ph type="subTitle" idx="1"/>
          </p:nvPr>
        </p:nvSpPr>
        <p:spPr>
          <a:xfrm>
            <a:off x="1679178" y="3968912"/>
            <a:ext cx="10075069" cy="1824404"/>
          </a:xfrm>
        </p:spPr>
        <p:txBody>
          <a:bodyPr/>
          <a:lstStyle>
            <a:lvl1pPr marL="0" indent="0" algn="ctr">
              <a:buNone/>
              <a:defRPr sz="2644"/>
            </a:lvl1pPr>
            <a:lvl2pPr marL="503743" indent="0" algn="ctr">
              <a:buNone/>
              <a:defRPr sz="2204"/>
            </a:lvl2pPr>
            <a:lvl3pPr marL="1007486" indent="0" algn="ctr">
              <a:buNone/>
              <a:defRPr sz="1983"/>
            </a:lvl3pPr>
            <a:lvl4pPr marL="1511229" indent="0" algn="ctr">
              <a:buNone/>
              <a:defRPr sz="1763"/>
            </a:lvl4pPr>
            <a:lvl5pPr marL="2014972" indent="0" algn="ctr">
              <a:buNone/>
              <a:defRPr sz="1763"/>
            </a:lvl5pPr>
            <a:lvl6pPr marL="2518715" indent="0" algn="ctr">
              <a:buNone/>
              <a:defRPr sz="1763"/>
            </a:lvl6pPr>
            <a:lvl7pPr marL="3022458" indent="0" algn="ctr">
              <a:buNone/>
              <a:defRPr sz="1763"/>
            </a:lvl7pPr>
            <a:lvl8pPr marL="3526201" indent="0" algn="ctr">
              <a:buNone/>
              <a:defRPr sz="1763"/>
            </a:lvl8pPr>
            <a:lvl9pPr marL="4029944" indent="0" algn="ctr">
              <a:buNone/>
              <a:defRPr sz="1763"/>
            </a:lvl9pPr>
          </a:lstStyle>
          <a:p>
            <a:r>
              <a:rPr lang="pl-PL"/>
              <a:t>Kliknij, aby edytować styl wzorca podtytułu</a:t>
            </a:r>
            <a:endParaRPr lang="en-US"/>
          </a:p>
        </p:txBody>
      </p:sp>
      <p:sp>
        <p:nvSpPr>
          <p:cNvPr id="4" name="Date Placeholder 3">
            <a:extLst>
              <a:ext uri="{FF2B5EF4-FFF2-40B4-BE49-F238E27FC236}">
                <a16:creationId xmlns:a16="http://schemas.microsoft.com/office/drawing/2014/main" id="{A215EA0E-E124-FBD0-781F-665B492DF4DA}"/>
              </a:ext>
            </a:extLst>
          </p:cNvPr>
          <p:cNvSpPr>
            <a:spLocks noGrp="1"/>
          </p:cNvSpPr>
          <p:nvPr>
            <p:ph type="dt" sz="half" idx="10"/>
          </p:nvPr>
        </p:nvSpPr>
        <p:spPr/>
        <p:txBody>
          <a:bodyPr/>
          <a:lstStyle>
            <a:lvl1pPr>
              <a:defRPr/>
            </a:lvl1pPr>
          </a:lstStyle>
          <a:p>
            <a:pPr>
              <a:defRPr/>
            </a:pPr>
            <a:fld id="{5CBF91FF-C535-4D5D-BC2B-5DF80B70956B}" type="datetimeFigureOut">
              <a:rPr lang="en-US"/>
              <a:pPr>
                <a:defRPr/>
              </a:pPr>
              <a:t>10/23/2025</a:t>
            </a:fld>
            <a:endParaRPr lang="en-US"/>
          </a:p>
        </p:txBody>
      </p:sp>
      <p:sp>
        <p:nvSpPr>
          <p:cNvPr id="5" name="Footer Placeholder 4">
            <a:extLst>
              <a:ext uri="{FF2B5EF4-FFF2-40B4-BE49-F238E27FC236}">
                <a16:creationId xmlns:a16="http://schemas.microsoft.com/office/drawing/2014/main" id="{84075F7A-BB53-D03B-42ED-061ED14152E6}"/>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F8D7333C-A04E-E0CA-727D-3EB1DC833A87}"/>
              </a:ext>
            </a:extLst>
          </p:cNvPr>
          <p:cNvSpPr>
            <a:spLocks noGrp="1"/>
          </p:cNvSpPr>
          <p:nvPr>
            <p:ph type="sldNum" sz="quarter" idx="12"/>
          </p:nvPr>
        </p:nvSpPr>
        <p:spPr/>
        <p:txBody>
          <a:bodyPr/>
          <a:lstStyle>
            <a:lvl1pPr>
              <a:defRPr/>
            </a:lvl1pPr>
          </a:lstStyle>
          <a:p>
            <a:pPr>
              <a:defRPr/>
            </a:pPr>
            <a:fld id="{D0A4D170-B417-4389-90C4-69EC5B7B6FF9}" type="slidenum">
              <a:rPr lang="en-US" altLang="pl-PL"/>
              <a:pPr>
                <a:defRPr/>
              </a:pPr>
              <a:t>‹#›</a:t>
            </a:fld>
            <a:endParaRPr lang="en-US" altLang="pl-PL"/>
          </a:p>
        </p:txBody>
      </p:sp>
    </p:spTree>
    <p:extLst>
      <p:ext uri="{BB962C8B-B14F-4D97-AF65-F5344CB8AC3E}">
        <p14:creationId xmlns:p14="http://schemas.microsoft.com/office/powerpoint/2010/main" val="174682894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ytuł i zawartość">
    <p:spTree>
      <p:nvGrpSpPr>
        <p:cNvPr id="1" name=""/>
        <p:cNvGrpSpPr/>
        <p:nvPr/>
      </p:nvGrpSpPr>
      <p:grpSpPr>
        <a:xfrm>
          <a:off x="0" y="0"/>
          <a:ext cx="0" cy="0"/>
          <a:chOff x="0" y="0"/>
          <a:chExt cx="0" cy="0"/>
        </a:xfrm>
      </p:grpSpPr>
      <p:sp>
        <p:nvSpPr>
          <p:cNvPr id="2" name="Title 1"/>
          <p:cNvSpPr>
            <a:spLocks noGrp="1"/>
          </p:cNvSpPr>
          <p:nvPr>
            <p:ph type="title"/>
          </p:nvPr>
        </p:nvSpPr>
        <p:spPr>
          <a:xfrm>
            <a:off x="1965600" y="401638"/>
            <a:ext cx="10544400" cy="1460500"/>
          </a:xfrm>
        </p:spPr>
        <p:txBody>
          <a:bodyPr/>
          <a:lstStyle>
            <a:lvl1pPr>
              <a:defRPr>
                <a:latin typeface="Times New Roman" panose="02020603050405020304" pitchFamily="18" charset="0"/>
                <a:cs typeface="Times New Roman" panose="02020603050405020304" pitchFamily="18" charset="0"/>
              </a:defRPr>
            </a:lvl1pPr>
          </a:lstStyle>
          <a:p>
            <a:r>
              <a:rPr lang="pl-PL"/>
              <a:t>Kliknij, aby edytować styl</a:t>
            </a:r>
            <a:endParaRPr lang="en-US"/>
          </a:p>
        </p:txBody>
      </p:sp>
      <p:sp>
        <p:nvSpPr>
          <p:cNvPr id="3" name="Content Placeholder 2"/>
          <p:cNvSpPr>
            <a:spLocks noGrp="1"/>
          </p:cNvSpPr>
          <p:nvPr>
            <p:ph idx="1"/>
          </p:nvPr>
        </p:nvSpPr>
        <p:spPr/>
        <p:txBody>
          <a:bodyPr/>
          <a:lstStyle>
            <a:lvl1pPr marL="0" indent="0">
              <a:buNone/>
              <a:defRPr sz="2400">
                <a:latin typeface="Times New Roman" panose="02020603050405020304" pitchFamily="18" charset="0"/>
                <a:cs typeface="Times New Roman" panose="02020603050405020304" pitchFamily="18" charset="0"/>
              </a:defRPr>
            </a:lvl1pPr>
          </a:lstStyle>
          <a:p>
            <a:pPr lvl="0"/>
            <a:endParaRPr lang="en-US"/>
          </a:p>
        </p:txBody>
      </p:sp>
      <p:sp>
        <p:nvSpPr>
          <p:cNvPr id="4" name="Date Placeholder 3">
            <a:extLst>
              <a:ext uri="{FF2B5EF4-FFF2-40B4-BE49-F238E27FC236}">
                <a16:creationId xmlns:a16="http://schemas.microsoft.com/office/drawing/2014/main" id="{FB167C0B-1E8D-5A23-7BC7-29346E42D32D}"/>
              </a:ext>
            </a:extLst>
          </p:cNvPr>
          <p:cNvSpPr>
            <a:spLocks noGrp="1"/>
          </p:cNvSpPr>
          <p:nvPr>
            <p:ph type="dt" sz="half" idx="10"/>
          </p:nvPr>
        </p:nvSpPr>
        <p:spPr/>
        <p:txBody>
          <a:bodyPr/>
          <a:lstStyle>
            <a:lvl1pPr>
              <a:defRPr/>
            </a:lvl1pPr>
          </a:lstStyle>
          <a:p>
            <a:pPr>
              <a:defRPr/>
            </a:pPr>
            <a:fld id="{FA26932E-24C7-47C7-8A54-3CE11A7B6972}" type="datetimeFigureOut">
              <a:rPr lang="en-US"/>
              <a:pPr>
                <a:defRPr/>
              </a:pPr>
              <a:t>10/23/2025</a:t>
            </a:fld>
            <a:endParaRPr lang="en-US"/>
          </a:p>
        </p:txBody>
      </p:sp>
      <p:sp>
        <p:nvSpPr>
          <p:cNvPr id="5" name="Footer Placeholder 4">
            <a:extLst>
              <a:ext uri="{FF2B5EF4-FFF2-40B4-BE49-F238E27FC236}">
                <a16:creationId xmlns:a16="http://schemas.microsoft.com/office/drawing/2014/main" id="{23BF50ED-0658-C2C7-68F0-15CC7F9DDA59}"/>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72F1DF61-0C99-5B23-7B84-4D3CE19EF7E7}"/>
              </a:ext>
            </a:extLst>
          </p:cNvPr>
          <p:cNvSpPr>
            <a:spLocks noGrp="1"/>
          </p:cNvSpPr>
          <p:nvPr>
            <p:ph type="sldNum" sz="quarter" idx="12"/>
          </p:nvPr>
        </p:nvSpPr>
        <p:spPr/>
        <p:txBody>
          <a:bodyPr/>
          <a:lstStyle>
            <a:lvl1pPr>
              <a:defRPr/>
            </a:lvl1pPr>
          </a:lstStyle>
          <a:p>
            <a:pPr>
              <a:defRPr/>
            </a:pPr>
            <a:fld id="{7B4B60BB-8242-4D33-BCD0-13C8BE95D863}" type="slidenum">
              <a:rPr lang="en-US" altLang="pl-PL"/>
              <a:pPr>
                <a:defRPr/>
              </a:pPr>
              <a:t>‹#›</a:t>
            </a:fld>
            <a:endParaRPr lang="en-US" altLang="pl-PL"/>
          </a:p>
        </p:txBody>
      </p:sp>
    </p:spTree>
    <p:extLst>
      <p:ext uri="{BB962C8B-B14F-4D97-AF65-F5344CB8AC3E}">
        <p14:creationId xmlns:p14="http://schemas.microsoft.com/office/powerpoint/2010/main" val="32890649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Nagłówek sekcji">
    <p:spTree>
      <p:nvGrpSpPr>
        <p:cNvPr id="1" name=""/>
        <p:cNvGrpSpPr/>
        <p:nvPr/>
      </p:nvGrpSpPr>
      <p:grpSpPr>
        <a:xfrm>
          <a:off x="0" y="0"/>
          <a:ext cx="0" cy="0"/>
          <a:chOff x="0" y="0"/>
          <a:chExt cx="0" cy="0"/>
        </a:xfrm>
      </p:grpSpPr>
      <p:sp>
        <p:nvSpPr>
          <p:cNvPr id="2" name="Title 1"/>
          <p:cNvSpPr>
            <a:spLocks noGrp="1"/>
          </p:cNvSpPr>
          <p:nvPr>
            <p:ph type="title"/>
          </p:nvPr>
        </p:nvSpPr>
        <p:spPr>
          <a:xfrm>
            <a:off x="916551" y="1883878"/>
            <a:ext cx="11586329" cy="3143294"/>
          </a:xfrm>
        </p:spPr>
        <p:txBody>
          <a:bodyPr anchor="b"/>
          <a:lstStyle>
            <a:lvl1pPr>
              <a:defRPr sz="6611"/>
            </a:lvl1pPr>
          </a:lstStyle>
          <a:p>
            <a:r>
              <a:rPr lang="pl-PL"/>
              <a:t>Kliknij, aby edytować styl</a:t>
            </a:r>
            <a:endParaRPr lang="en-US"/>
          </a:p>
        </p:txBody>
      </p:sp>
      <p:sp>
        <p:nvSpPr>
          <p:cNvPr id="3" name="Text Placeholder 2"/>
          <p:cNvSpPr>
            <a:spLocks noGrp="1"/>
          </p:cNvSpPr>
          <p:nvPr>
            <p:ph type="body" idx="1"/>
          </p:nvPr>
        </p:nvSpPr>
        <p:spPr>
          <a:xfrm>
            <a:off x="916551" y="5056909"/>
            <a:ext cx="11586329" cy="1652984"/>
          </a:xfrm>
        </p:spPr>
        <p:txBody>
          <a:bodyPr/>
          <a:lstStyle>
            <a:lvl1pPr marL="0" indent="0">
              <a:buNone/>
              <a:defRPr sz="2644">
                <a:solidFill>
                  <a:schemeClr val="tx1">
                    <a:tint val="75000"/>
                  </a:schemeClr>
                </a:solidFill>
              </a:defRPr>
            </a:lvl1pPr>
            <a:lvl2pPr marL="503743" indent="0">
              <a:buNone/>
              <a:defRPr sz="2204">
                <a:solidFill>
                  <a:schemeClr val="tx1">
                    <a:tint val="75000"/>
                  </a:schemeClr>
                </a:solidFill>
              </a:defRPr>
            </a:lvl2pPr>
            <a:lvl3pPr marL="1007486" indent="0">
              <a:buNone/>
              <a:defRPr sz="1983">
                <a:solidFill>
                  <a:schemeClr val="tx1">
                    <a:tint val="75000"/>
                  </a:schemeClr>
                </a:solidFill>
              </a:defRPr>
            </a:lvl3pPr>
            <a:lvl4pPr marL="1511229" indent="0">
              <a:buNone/>
              <a:defRPr sz="1763">
                <a:solidFill>
                  <a:schemeClr val="tx1">
                    <a:tint val="75000"/>
                  </a:schemeClr>
                </a:solidFill>
              </a:defRPr>
            </a:lvl4pPr>
            <a:lvl5pPr marL="2014972" indent="0">
              <a:buNone/>
              <a:defRPr sz="1763">
                <a:solidFill>
                  <a:schemeClr val="tx1">
                    <a:tint val="75000"/>
                  </a:schemeClr>
                </a:solidFill>
              </a:defRPr>
            </a:lvl5pPr>
            <a:lvl6pPr marL="2518715" indent="0">
              <a:buNone/>
              <a:defRPr sz="1763">
                <a:solidFill>
                  <a:schemeClr val="tx1">
                    <a:tint val="75000"/>
                  </a:schemeClr>
                </a:solidFill>
              </a:defRPr>
            </a:lvl6pPr>
            <a:lvl7pPr marL="3022458" indent="0">
              <a:buNone/>
              <a:defRPr sz="1763">
                <a:solidFill>
                  <a:schemeClr val="tx1">
                    <a:tint val="75000"/>
                  </a:schemeClr>
                </a:solidFill>
              </a:defRPr>
            </a:lvl7pPr>
            <a:lvl8pPr marL="3526201" indent="0">
              <a:buNone/>
              <a:defRPr sz="1763">
                <a:solidFill>
                  <a:schemeClr val="tx1">
                    <a:tint val="75000"/>
                  </a:schemeClr>
                </a:solidFill>
              </a:defRPr>
            </a:lvl8pPr>
            <a:lvl9pPr marL="4029944" indent="0">
              <a:buNone/>
              <a:defRPr sz="1763">
                <a:solidFill>
                  <a:schemeClr val="tx1">
                    <a:tint val="75000"/>
                  </a:schemeClr>
                </a:solidFill>
              </a:defRPr>
            </a:lvl9pPr>
          </a:lstStyle>
          <a:p>
            <a:pPr lvl="0"/>
            <a:r>
              <a:rPr lang="pl-PL"/>
              <a:t>Kliknij, aby edytować style wzorca tekstu</a:t>
            </a:r>
          </a:p>
        </p:txBody>
      </p:sp>
      <p:sp>
        <p:nvSpPr>
          <p:cNvPr id="4" name="Date Placeholder 3">
            <a:extLst>
              <a:ext uri="{FF2B5EF4-FFF2-40B4-BE49-F238E27FC236}">
                <a16:creationId xmlns:a16="http://schemas.microsoft.com/office/drawing/2014/main" id="{7182E669-4250-0D9C-559A-7C8D1D36D165}"/>
              </a:ext>
            </a:extLst>
          </p:cNvPr>
          <p:cNvSpPr>
            <a:spLocks noGrp="1"/>
          </p:cNvSpPr>
          <p:nvPr>
            <p:ph type="dt" sz="half" idx="10"/>
          </p:nvPr>
        </p:nvSpPr>
        <p:spPr/>
        <p:txBody>
          <a:bodyPr/>
          <a:lstStyle>
            <a:lvl1pPr>
              <a:defRPr/>
            </a:lvl1pPr>
          </a:lstStyle>
          <a:p>
            <a:pPr>
              <a:defRPr/>
            </a:pPr>
            <a:fld id="{2EE4F390-5921-4AFF-8417-BA8C5ECF4980}" type="datetimeFigureOut">
              <a:rPr lang="en-US"/>
              <a:pPr>
                <a:defRPr/>
              </a:pPr>
              <a:t>10/23/2025</a:t>
            </a:fld>
            <a:endParaRPr lang="en-US"/>
          </a:p>
        </p:txBody>
      </p:sp>
      <p:sp>
        <p:nvSpPr>
          <p:cNvPr id="5" name="Footer Placeholder 4">
            <a:extLst>
              <a:ext uri="{FF2B5EF4-FFF2-40B4-BE49-F238E27FC236}">
                <a16:creationId xmlns:a16="http://schemas.microsoft.com/office/drawing/2014/main" id="{211BC2F9-7F2E-905D-21C9-13C7152AB198}"/>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481C4CED-F7AB-357C-041A-3F7B0C66ACA4}"/>
              </a:ext>
            </a:extLst>
          </p:cNvPr>
          <p:cNvSpPr>
            <a:spLocks noGrp="1"/>
          </p:cNvSpPr>
          <p:nvPr>
            <p:ph type="sldNum" sz="quarter" idx="12"/>
          </p:nvPr>
        </p:nvSpPr>
        <p:spPr/>
        <p:txBody>
          <a:bodyPr/>
          <a:lstStyle>
            <a:lvl1pPr>
              <a:defRPr/>
            </a:lvl1pPr>
          </a:lstStyle>
          <a:p>
            <a:pPr>
              <a:defRPr/>
            </a:pPr>
            <a:fld id="{4047847F-7AA4-4D9A-9841-0A35CF3E9796}" type="slidenum">
              <a:rPr lang="en-US" altLang="pl-PL"/>
              <a:pPr>
                <a:defRPr/>
              </a:pPr>
              <a:t>‹#›</a:t>
            </a:fld>
            <a:endParaRPr lang="en-US" altLang="pl-PL"/>
          </a:p>
        </p:txBody>
      </p:sp>
    </p:spTree>
    <p:extLst>
      <p:ext uri="{BB962C8B-B14F-4D97-AF65-F5344CB8AC3E}">
        <p14:creationId xmlns:p14="http://schemas.microsoft.com/office/powerpoint/2010/main" val="13563378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Dwa elementy zawartości">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l-PL"/>
              <a:t>Kliknij, aby edytować styl</a:t>
            </a:r>
            <a:endParaRPr lang="en-US"/>
          </a:p>
        </p:txBody>
      </p:sp>
      <p:sp>
        <p:nvSpPr>
          <p:cNvPr id="3" name="Content Placeholder 2"/>
          <p:cNvSpPr>
            <a:spLocks noGrp="1"/>
          </p:cNvSpPr>
          <p:nvPr>
            <p:ph sz="half" idx="1"/>
          </p:nvPr>
        </p:nvSpPr>
        <p:spPr>
          <a:xfrm>
            <a:off x="923548" y="2011568"/>
            <a:ext cx="5709206" cy="4794530"/>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a:p>
        </p:txBody>
      </p:sp>
      <p:sp>
        <p:nvSpPr>
          <p:cNvPr id="4" name="Content Placeholder 3"/>
          <p:cNvSpPr>
            <a:spLocks noGrp="1"/>
          </p:cNvSpPr>
          <p:nvPr>
            <p:ph sz="half" idx="2"/>
          </p:nvPr>
        </p:nvSpPr>
        <p:spPr>
          <a:xfrm>
            <a:off x="6800671" y="2011568"/>
            <a:ext cx="5709206" cy="4794530"/>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a:p>
        </p:txBody>
      </p:sp>
      <p:sp>
        <p:nvSpPr>
          <p:cNvPr id="5" name="Date Placeholder 3">
            <a:extLst>
              <a:ext uri="{FF2B5EF4-FFF2-40B4-BE49-F238E27FC236}">
                <a16:creationId xmlns:a16="http://schemas.microsoft.com/office/drawing/2014/main" id="{BAE117E0-57FC-125B-0E00-CCA3589E9FBE}"/>
              </a:ext>
            </a:extLst>
          </p:cNvPr>
          <p:cNvSpPr>
            <a:spLocks noGrp="1"/>
          </p:cNvSpPr>
          <p:nvPr>
            <p:ph type="dt" sz="half" idx="10"/>
          </p:nvPr>
        </p:nvSpPr>
        <p:spPr/>
        <p:txBody>
          <a:bodyPr/>
          <a:lstStyle>
            <a:lvl1pPr>
              <a:defRPr/>
            </a:lvl1pPr>
          </a:lstStyle>
          <a:p>
            <a:pPr>
              <a:defRPr/>
            </a:pPr>
            <a:fld id="{328C7765-75A3-4597-B7BD-EE59A4859598}" type="datetimeFigureOut">
              <a:rPr lang="en-US"/>
              <a:pPr>
                <a:defRPr/>
              </a:pPr>
              <a:t>10/23/2025</a:t>
            </a:fld>
            <a:endParaRPr lang="en-US"/>
          </a:p>
        </p:txBody>
      </p:sp>
      <p:sp>
        <p:nvSpPr>
          <p:cNvPr id="6" name="Footer Placeholder 4">
            <a:extLst>
              <a:ext uri="{FF2B5EF4-FFF2-40B4-BE49-F238E27FC236}">
                <a16:creationId xmlns:a16="http://schemas.microsoft.com/office/drawing/2014/main" id="{ACB6678F-130E-D7AB-B34E-7F90F59DC657}"/>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D7B537CC-6B57-F6DE-2B95-3E58177ABD5E}"/>
              </a:ext>
            </a:extLst>
          </p:cNvPr>
          <p:cNvSpPr>
            <a:spLocks noGrp="1"/>
          </p:cNvSpPr>
          <p:nvPr>
            <p:ph type="sldNum" sz="quarter" idx="12"/>
          </p:nvPr>
        </p:nvSpPr>
        <p:spPr/>
        <p:txBody>
          <a:bodyPr/>
          <a:lstStyle>
            <a:lvl1pPr>
              <a:defRPr/>
            </a:lvl1pPr>
          </a:lstStyle>
          <a:p>
            <a:pPr>
              <a:defRPr/>
            </a:pPr>
            <a:fld id="{380C05F3-373D-44FE-ADA6-F14C43C803FF}" type="slidenum">
              <a:rPr lang="en-US" altLang="pl-PL"/>
              <a:pPr>
                <a:defRPr/>
              </a:pPr>
              <a:t>‹#›</a:t>
            </a:fld>
            <a:endParaRPr lang="en-US" altLang="pl-PL"/>
          </a:p>
        </p:txBody>
      </p:sp>
    </p:spTree>
    <p:extLst>
      <p:ext uri="{BB962C8B-B14F-4D97-AF65-F5344CB8AC3E}">
        <p14:creationId xmlns:p14="http://schemas.microsoft.com/office/powerpoint/2010/main" val="65028585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Porównanie">
    <p:spTree>
      <p:nvGrpSpPr>
        <p:cNvPr id="1" name=""/>
        <p:cNvGrpSpPr/>
        <p:nvPr/>
      </p:nvGrpSpPr>
      <p:grpSpPr>
        <a:xfrm>
          <a:off x="0" y="0"/>
          <a:ext cx="0" cy="0"/>
          <a:chOff x="0" y="0"/>
          <a:chExt cx="0" cy="0"/>
        </a:xfrm>
      </p:grpSpPr>
      <p:sp>
        <p:nvSpPr>
          <p:cNvPr id="2" name="Title 1"/>
          <p:cNvSpPr>
            <a:spLocks noGrp="1"/>
          </p:cNvSpPr>
          <p:nvPr>
            <p:ph type="title"/>
          </p:nvPr>
        </p:nvSpPr>
        <p:spPr>
          <a:xfrm>
            <a:off x="925298" y="402314"/>
            <a:ext cx="11586329" cy="1460574"/>
          </a:xfrm>
        </p:spPr>
        <p:txBody>
          <a:bodyPr/>
          <a:lstStyle/>
          <a:p>
            <a:r>
              <a:rPr lang="pl-PL"/>
              <a:t>Kliknij, aby edytować styl</a:t>
            </a:r>
            <a:endParaRPr lang="en-US"/>
          </a:p>
        </p:txBody>
      </p:sp>
      <p:sp>
        <p:nvSpPr>
          <p:cNvPr id="3" name="Text Placeholder 2"/>
          <p:cNvSpPr>
            <a:spLocks noGrp="1"/>
          </p:cNvSpPr>
          <p:nvPr>
            <p:ph type="body" idx="1"/>
          </p:nvPr>
        </p:nvSpPr>
        <p:spPr>
          <a:xfrm>
            <a:off x="925298" y="1852393"/>
            <a:ext cx="5682968" cy="907829"/>
          </a:xfrm>
        </p:spPr>
        <p:txBody>
          <a:bodyPr anchor="b"/>
          <a:lstStyle>
            <a:lvl1pPr marL="0" indent="0">
              <a:buNone/>
              <a:defRPr sz="2644" b="1"/>
            </a:lvl1pPr>
            <a:lvl2pPr marL="503743" indent="0">
              <a:buNone/>
              <a:defRPr sz="2204" b="1"/>
            </a:lvl2pPr>
            <a:lvl3pPr marL="1007486" indent="0">
              <a:buNone/>
              <a:defRPr sz="1983" b="1"/>
            </a:lvl3pPr>
            <a:lvl4pPr marL="1511229" indent="0">
              <a:buNone/>
              <a:defRPr sz="1763" b="1"/>
            </a:lvl4pPr>
            <a:lvl5pPr marL="2014972" indent="0">
              <a:buNone/>
              <a:defRPr sz="1763" b="1"/>
            </a:lvl5pPr>
            <a:lvl6pPr marL="2518715" indent="0">
              <a:buNone/>
              <a:defRPr sz="1763" b="1"/>
            </a:lvl6pPr>
            <a:lvl7pPr marL="3022458" indent="0">
              <a:buNone/>
              <a:defRPr sz="1763" b="1"/>
            </a:lvl7pPr>
            <a:lvl8pPr marL="3526201" indent="0">
              <a:buNone/>
              <a:defRPr sz="1763" b="1"/>
            </a:lvl8pPr>
            <a:lvl9pPr marL="4029944" indent="0">
              <a:buNone/>
              <a:defRPr sz="1763" b="1"/>
            </a:lvl9pPr>
          </a:lstStyle>
          <a:p>
            <a:pPr lvl="0"/>
            <a:r>
              <a:rPr lang="pl-PL"/>
              <a:t>Kliknij, aby edytować style wzorca tekstu</a:t>
            </a:r>
          </a:p>
        </p:txBody>
      </p:sp>
      <p:sp>
        <p:nvSpPr>
          <p:cNvPr id="4" name="Content Placeholder 3"/>
          <p:cNvSpPr>
            <a:spLocks noGrp="1"/>
          </p:cNvSpPr>
          <p:nvPr>
            <p:ph sz="half" idx="2"/>
          </p:nvPr>
        </p:nvSpPr>
        <p:spPr>
          <a:xfrm>
            <a:off x="925298" y="2760222"/>
            <a:ext cx="5682968" cy="4059870"/>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a:p>
        </p:txBody>
      </p:sp>
      <p:sp>
        <p:nvSpPr>
          <p:cNvPr id="5" name="Text Placeholder 4"/>
          <p:cNvSpPr>
            <a:spLocks noGrp="1"/>
          </p:cNvSpPr>
          <p:nvPr>
            <p:ph type="body" sz="quarter" idx="3"/>
          </p:nvPr>
        </p:nvSpPr>
        <p:spPr>
          <a:xfrm>
            <a:off x="6800672" y="1852393"/>
            <a:ext cx="5710955" cy="907829"/>
          </a:xfrm>
        </p:spPr>
        <p:txBody>
          <a:bodyPr anchor="b"/>
          <a:lstStyle>
            <a:lvl1pPr marL="0" indent="0">
              <a:buNone/>
              <a:defRPr sz="2644" b="1"/>
            </a:lvl1pPr>
            <a:lvl2pPr marL="503743" indent="0">
              <a:buNone/>
              <a:defRPr sz="2204" b="1"/>
            </a:lvl2pPr>
            <a:lvl3pPr marL="1007486" indent="0">
              <a:buNone/>
              <a:defRPr sz="1983" b="1"/>
            </a:lvl3pPr>
            <a:lvl4pPr marL="1511229" indent="0">
              <a:buNone/>
              <a:defRPr sz="1763" b="1"/>
            </a:lvl4pPr>
            <a:lvl5pPr marL="2014972" indent="0">
              <a:buNone/>
              <a:defRPr sz="1763" b="1"/>
            </a:lvl5pPr>
            <a:lvl6pPr marL="2518715" indent="0">
              <a:buNone/>
              <a:defRPr sz="1763" b="1"/>
            </a:lvl6pPr>
            <a:lvl7pPr marL="3022458" indent="0">
              <a:buNone/>
              <a:defRPr sz="1763" b="1"/>
            </a:lvl7pPr>
            <a:lvl8pPr marL="3526201" indent="0">
              <a:buNone/>
              <a:defRPr sz="1763" b="1"/>
            </a:lvl8pPr>
            <a:lvl9pPr marL="4029944" indent="0">
              <a:buNone/>
              <a:defRPr sz="1763" b="1"/>
            </a:lvl9pPr>
          </a:lstStyle>
          <a:p>
            <a:pPr lvl="0"/>
            <a:r>
              <a:rPr lang="pl-PL"/>
              <a:t>Kliknij, aby edytować style wzorca tekstu</a:t>
            </a:r>
          </a:p>
        </p:txBody>
      </p:sp>
      <p:sp>
        <p:nvSpPr>
          <p:cNvPr id="6" name="Content Placeholder 5"/>
          <p:cNvSpPr>
            <a:spLocks noGrp="1"/>
          </p:cNvSpPr>
          <p:nvPr>
            <p:ph sz="quarter" idx="4"/>
          </p:nvPr>
        </p:nvSpPr>
        <p:spPr>
          <a:xfrm>
            <a:off x="6800672" y="2760222"/>
            <a:ext cx="5710955" cy="4059870"/>
          </a:xfr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a:p>
        </p:txBody>
      </p:sp>
      <p:sp>
        <p:nvSpPr>
          <p:cNvPr id="7" name="Date Placeholder 3">
            <a:extLst>
              <a:ext uri="{FF2B5EF4-FFF2-40B4-BE49-F238E27FC236}">
                <a16:creationId xmlns:a16="http://schemas.microsoft.com/office/drawing/2014/main" id="{334936DB-DA6E-2A26-32DF-A00784B00B26}"/>
              </a:ext>
            </a:extLst>
          </p:cNvPr>
          <p:cNvSpPr>
            <a:spLocks noGrp="1"/>
          </p:cNvSpPr>
          <p:nvPr>
            <p:ph type="dt" sz="half" idx="10"/>
          </p:nvPr>
        </p:nvSpPr>
        <p:spPr/>
        <p:txBody>
          <a:bodyPr/>
          <a:lstStyle>
            <a:lvl1pPr>
              <a:defRPr/>
            </a:lvl1pPr>
          </a:lstStyle>
          <a:p>
            <a:pPr>
              <a:defRPr/>
            </a:pPr>
            <a:fld id="{400155E9-1EAD-4290-A1F9-EDA1D58AE51F}" type="datetimeFigureOut">
              <a:rPr lang="en-US"/>
              <a:pPr>
                <a:defRPr/>
              </a:pPr>
              <a:t>10/23/2025</a:t>
            </a:fld>
            <a:endParaRPr lang="en-US"/>
          </a:p>
        </p:txBody>
      </p:sp>
      <p:sp>
        <p:nvSpPr>
          <p:cNvPr id="8" name="Footer Placeholder 4">
            <a:extLst>
              <a:ext uri="{FF2B5EF4-FFF2-40B4-BE49-F238E27FC236}">
                <a16:creationId xmlns:a16="http://schemas.microsoft.com/office/drawing/2014/main" id="{094A8499-FC93-FE61-F81D-69940E05DFCE}"/>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EE3C9CE9-BA61-ED41-21E9-5AF8507E1C7D}"/>
              </a:ext>
            </a:extLst>
          </p:cNvPr>
          <p:cNvSpPr>
            <a:spLocks noGrp="1"/>
          </p:cNvSpPr>
          <p:nvPr>
            <p:ph type="sldNum" sz="quarter" idx="12"/>
          </p:nvPr>
        </p:nvSpPr>
        <p:spPr/>
        <p:txBody>
          <a:bodyPr/>
          <a:lstStyle>
            <a:lvl1pPr>
              <a:defRPr/>
            </a:lvl1pPr>
          </a:lstStyle>
          <a:p>
            <a:pPr>
              <a:defRPr/>
            </a:pPr>
            <a:fld id="{45F39746-A6A0-44B3-BFA0-B7DE3FF2377E}" type="slidenum">
              <a:rPr lang="en-US" altLang="pl-PL"/>
              <a:pPr>
                <a:defRPr/>
              </a:pPr>
              <a:t>‹#›</a:t>
            </a:fld>
            <a:endParaRPr lang="en-US" altLang="pl-PL"/>
          </a:p>
        </p:txBody>
      </p:sp>
    </p:spTree>
    <p:extLst>
      <p:ext uri="{BB962C8B-B14F-4D97-AF65-F5344CB8AC3E}">
        <p14:creationId xmlns:p14="http://schemas.microsoft.com/office/powerpoint/2010/main" val="163080922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ylko tytu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l-PL"/>
              <a:t>Kliknij, aby edytować styl</a:t>
            </a:r>
            <a:endParaRPr lang="en-US"/>
          </a:p>
        </p:txBody>
      </p:sp>
      <p:sp>
        <p:nvSpPr>
          <p:cNvPr id="3" name="Date Placeholder 3">
            <a:extLst>
              <a:ext uri="{FF2B5EF4-FFF2-40B4-BE49-F238E27FC236}">
                <a16:creationId xmlns:a16="http://schemas.microsoft.com/office/drawing/2014/main" id="{3BC2DCC5-4D9F-31EF-18CF-D1144055F1AA}"/>
              </a:ext>
            </a:extLst>
          </p:cNvPr>
          <p:cNvSpPr>
            <a:spLocks noGrp="1"/>
          </p:cNvSpPr>
          <p:nvPr>
            <p:ph type="dt" sz="half" idx="10"/>
          </p:nvPr>
        </p:nvSpPr>
        <p:spPr/>
        <p:txBody>
          <a:bodyPr/>
          <a:lstStyle>
            <a:lvl1pPr>
              <a:defRPr/>
            </a:lvl1pPr>
          </a:lstStyle>
          <a:p>
            <a:pPr>
              <a:defRPr/>
            </a:pPr>
            <a:fld id="{FDB5FE7F-5F44-448A-8F4D-43B868533C81}" type="datetimeFigureOut">
              <a:rPr lang="en-US"/>
              <a:pPr>
                <a:defRPr/>
              </a:pPr>
              <a:t>10/23/2025</a:t>
            </a:fld>
            <a:endParaRPr lang="en-US"/>
          </a:p>
        </p:txBody>
      </p:sp>
      <p:sp>
        <p:nvSpPr>
          <p:cNvPr id="4" name="Footer Placeholder 4">
            <a:extLst>
              <a:ext uri="{FF2B5EF4-FFF2-40B4-BE49-F238E27FC236}">
                <a16:creationId xmlns:a16="http://schemas.microsoft.com/office/drawing/2014/main" id="{0234EEC3-47A7-A55D-E304-AE39855736ED}"/>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2BF6CA8A-20E1-EDB6-E885-346DD0D32AAC}"/>
              </a:ext>
            </a:extLst>
          </p:cNvPr>
          <p:cNvSpPr>
            <a:spLocks noGrp="1"/>
          </p:cNvSpPr>
          <p:nvPr>
            <p:ph type="sldNum" sz="quarter" idx="12"/>
          </p:nvPr>
        </p:nvSpPr>
        <p:spPr/>
        <p:txBody>
          <a:bodyPr/>
          <a:lstStyle>
            <a:lvl1pPr>
              <a:defRPr/>
            </a:lvl1pPr>
          </a:lstStyle>
          <a:p>
            <a:pPr>
              <a:defRPr/>
            </a:pPr>
            <a:fld id="{564BD495-5C4B-4755-A2A4-5499BB65CF64}" type="slidenum">
              <a:rPr lang="en-US" altLang="pl-PL"/>
              <a:pPr>
                <a:defRPr/>
              </a:pPr>
              <a:t>‹#›</a:t>
            </a:fld>
            <a:endParaRPr lang="en-US" altLang="pl-PL"/>
          </a:p>
        </p:txBody>
      </p:sp>
    </p:spTree>
    <p:extLst>
      <p:ext uri="{BB962C8B-B14F-4D97-AF65-F5344CB8AC3E}">
        <p14:creationId xmlns:p14="http://schemas.microsoft.com/office/powerpoint/2010/main" val="154862220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Pusty">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C333AF13-DB22-32DE-4343-E69842AF4A85}"/>
              </a:ext>
            </a:extLst>
          </p:cNvPr>
          <p:cNvSpPr>
            <a:spLocks noGrp="1"/>
          </p:cNvSpPr>
          <p:nvPr>
            <p:ph type="dt" sz="half" idx="10"/>
          </p:nvPr>
        </p:nvSpPr>
        <p:spPr/>
        <p:txBody>
          <a:bodyPr/>
          <a:lstStyle>
            <a:lvl1pPr>
              <a:defRPr/>
            </a:lvl1pPr>
          </a:lstStyle>
          <a:p>
            <a:pPr>
              <a:defRPr/>
            </a:pPr>
            <a:fld id="{A47A7F7C-71C9-49AC-88DF-F4078B207D3C}" type="datetimeFigureOut">
              <a:rPr lang="en-US"/>
              <a:pPr>
                <a:defRPr/>
              </a:pPr>
              <a:t>10/23/2025</a:t>
            </a:fld>
            <a:endParaRPr lang="en-US"/>
          </a:p>
        </p:txBody>
      </p:sp>
      <p:sp>
        <p:nvSpPr>
          <p:cNvPr id="3" name="Footer Placeholder 4">
            <a:extLst>
              <a:ext uri="{FF2B5EF4-FFF2-40B4-BE49-F238E27FC236}">
                <a16:creationId xmlns:a16="http://schemas.microsoft.com/office/drawing/2014/main" id="{FC6E2D93-5D29-7AB6-245B-6EE45B5EC397}"/>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5F93CD6E-0107-2544-7EAA-7414219075DE}"/>
              </a:ext>
            </a:extLst>
          </p:cNvPr>
          <p:cNvSpPr>
            <a:spLocks noGrp="1"/>
          </p:cNvSpPr>
          <p:nvPr>
            <p:ph type="sldNum" sz="quarter" idx="12"/>
          </p:nvPr>
        </p:nvSpPr>
        <p:spPr/>
        <p:txBody>
          <a:bodyPr/>
          <a:lstStyle>
            <a:lvl1pPr>
              <a:defRPr/>
            </a:lvl1pPr>
          </a:lstStyle>
          <a:p>
            <a:pPr>
              <a:defRPr/>
            </a:pPr>
            <a:fld id="{2F76F00F-F475-4F85-8EF5-742E911FD48C}" type="slidenum">
              <a:rPr lang="en-US" altLang="pl-PL"/>
              <a:pPr>
                <a:defRPr/>
              </a:pPr>
              <a:t>‹#›</a:t>
            </a:fld>
            <a:endParaRPr lang="en-US" altLang="pl-PL"/>
          </a:p>
        </p:txBody>
      </p:sp>
    </p:spTree>
    <p:extLst>
      <p:ext uri="{BB962C8B-B14F-4D97-AF65-F5344CB8AC3E}">
        <p14:creationId xmlns:p14="http://schemas.microsoft.com/office/powerpoint/2010/main" val="68115761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Zawartość z podpisem">
    <p:spTree>
      <p:nvGrpSpPr>
        <p:cNvPr id="1" name=""/>
        <p:cNvGrpSpPr/>
        <p:nvPr/>
      </p:nvGrpSpPr>
      <p:grpSpPr>
        <a:xfrm>
          <a:off x="0" y="0"/>
          <a:ext cx="0" cy="0"/>
          <a:chOff x="0" y="0"/>
          <a:chExt cx="0" cy="0"/>
        </a:xfrm>
      </p:grpSpPr>
      <p:sp>
        <p:nvSpPr>
          <p:cNvPr id="2" name="Title 1"/>
          <p:cNvSpPr>
            <a:spLocks noGrp="1"/>
          </p:cNvSpPr>
          <p:nvPr>
            <p:ph type="title"/>
          </p:nvPr>
        </p:nvSpPr>
        <p:spPr>
          <a:xfrm>
            <a:off x="925298" y="503767"/>
            <a:ext cx="4332629" cy="1763183"/>
          </a:xfrm>
        </p:spPr>
        <p:txBody>
          <a:bodyPr anchor="b"/>
          <a:lstStyle>
            <a:lvl1pPr>
              <a:defRPr sz="3526"/>
            </a:lvl1pPr>
          </a:lstStyle>
          <a:p>
            <a:r>
              <a:rPr lang="pl-PL"/>
              <a:t>Kliknij, aby edytować styl</a:t>
            </a:r>
            <a:endParaRPr lang="en-US"/>
          </a:p>
        </p:txBody>
      </p:sp>
      <p:sp>
        <p:nvSpPr>
          <p:cNvPr id="3" name="Content Placeholder 2"/>
          <p:cNvSpPr>
            <a:spLocks noGrp="1"/>
          </p:cNvSpPr>
          <p:nvPr>
            <p:ph idx="1"/>
          </p:nvPr>
        </p:nvSpPr>
        <p:spPr>
          <a:xfrm>
            <a:off x="5710956" y="1087996"/>
            <a:ext cx="6800671" cy="5370013"/>
          </a:xfrm>
        </p:spPr>
        <p:txBody>
          <a:bodyPr/>
          <a:lstStyle>
            <a:lvl1pPr>
              <a:defRPr sz="3526"/>
            </a:lvl1pPr>
            <a:lvl2pPr>
              <a:defRPr sz="3085"/>
            </a:lvl2pPr>
            <a:lvl3pPr>
              <a:defRPr sz="2644"/>
            </a:lvl3pPr>
            <a:lvl4pPr>
              <a:defRPr sz="2204"/>
            </a:lvl4pPr>
            <a:lvl5pPr>
              <a:defRPr sz="2204"/>
            </a:lvl5pPr>
            <a:lvl6pPr>
              <a:defRPr sz="2204"/>
            </a:lvl6pPr>
            <a:lvl7pPr>
              <a:defRPr sz="2204"/>
            </a:lvl7pPr>
            <a:lvl8pPr>
              <a:defRPr sz="2204"/>
            </a:lvl8pPr>
            <a:lvl9pPr>
              <a:defRPr sz="2204"/>
            </a:lvl9p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a:p>
        </p:txBody>
      </p:sp>
      <p:sp>
        <p:nvSpPr>
          <p:cNvPr id="4" name="Text Placeholder 3"/>
          <p:cNvSpPr>
            <a:spLocks noGrp="1"/>
          </p:cNvSpPr>
          <p:nvPr>
            <p:ph type="body" sz="half" idx="2"/>
          </p:nvPr>
        </p:nvSpPr>
        <p:spPr>
          <a:xfrm>
            <a:off x="925298" y="2266950"/>
            <a:ext cx="4332629" cy="4199805"/>
          </a:xfrm>
        </p:spPr>
        <p:txBody>
          <a:bodyPr/>
          <a:lstStyle>
            <a:lvl1pPr marL="0" indent="0">
              <a:buNone/>
              <a:defRPr sz="1763"/>
            </a:lvl1pPr>
            <a:lvl2pPr marL="503743" indent="0">
              <a:buNone/>
              <a:defRPr sz="1543"/>
            </a:lvl2pPr>
            <a:lvl3pPr marL="1007486" indent="0">
              <a:buNone/>
              <a:defRPr sz="1322"/>
            </a:lvl3pPr>
            <a:lvl4pPr marL="1511229" indent="0">
              <a:buNone/>
              <a:defRPr sz="1102"/>
            </a:lvl4pPr>
            <a:lvl5pPr marL="2014972" indent="0">
              <a:buNone/>
              <a:defRPr sz="1102"/>
            </a:lvl5pPr>
            <a:lvl6pPr marL="2518715" indent="0">
              <a:buNone/>
              <a:defRPr sz="1102"/>
            </a:lvl6pPr>
            <a:lvl7pPr marL="3022458" indent="0">
              <a:buNone/>
              <a:defRPr sz="1102"/>
            </a:lvl7pPr>
            <a:lvl8pPr marL="3526201" indent="0">
              <a:buNone/>
              <a:defRPr sz="1102"/>
            </a:lvl8pPr>
            <a:lvl9pPr marL="4029944" indent="0">
              <a:buNone/>
              <a:defRPr sz="1102"/>
            </a:lvl9pPr>
          </a:lstStyle>
          <a:p>
            <a:pPr lvl="0"/>
            <a:r>
              <a:rPr lang="pl-PL"/>
              <a:t>Kliknij, aby edytować style wzorca tekstu</a:t>
            </a:r>
          </a:p>
        </p:txBody>
      </p:sp>
      <p:sp>
        <p:nvSpPr>
          <p:cNvPr id="5" name="Date Placeholder 3">
            <a:extLst>
              <a:ext uri="{FF2B5EF4-FFF2-40B4-BE49-F238E27FC236}">
                <a16:creationId xmlns:a16="http://schemas.microsoft.com/office/drawing/2014/main" id="{F252FD06-2344-159A-F8FD-C52AF5296CD0}"/>
              </a:ext>
            </a:extLst>
          </p:cNvPr>
          <p:cNvSpPr>
            <a:spLocks noGrp="1"/>
          </p:cNvSpPr>
          <p:nvPr>
            <p:ph type="dt" sz="half" idx="10"/>
          </p:nvPr>
        </p:nvSpPr>
        <p:spPr/>
        <p:txBody>
          <a:bodyPr/>
          <a:lstStyle>
            <a:lvl1pPr>
              <a:defRPr/>
            </a:lvl1pPr>
          </a:lstStyle>
          <a:p>
            <a:pPr>
              <a:defRPr/>
            </a:pPr>
            <a:fld id="{8DAB4242-C5AE-4243-AB71-BAD583128A4A}" type="datetimeFigureOut">
              <a:rPr lang="en-US"/>
              <a:pPr>
                <a:defRPr/>
              </a:pPr>
              <a:t>10/23/2025</a:t>
            </a:fld>
            <a:endParaRPr lang="en-US"/>
          </a:p>
        </p:txBody>
      </p:sp>
      <p:sp>
        <p:nvSpPr>
          <p:cNvPr id="6" name="Footer Placeholder 4">
            <a:extLst>
              <a:ext uri="{FF2B5EF4-FFF2-40B4-BE49-F238E27FC236}">
                <a16:creationId xmlns:a16="http://schemas.microsoft.com/office/drawing/2014/main" id="{1EFC9704-4B26-FAC5-B4C4-0C1EEE018907}"/>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87AECF06-263B-7992-5D69-51556A84410C}"/>
              </a:ext>
            </a:extLst>
          </p:cNvPr>
          <p:cNvSpPr>
            <a:spLocks noGrp="1"/>
          </p:cNvSpPr>
          <p:nvPr>
            <p:ph type="sldNum" sz="quarter" idx="12"/>
          </p:nvPr>
        </p:nvSpPr>
        <p:spPr/>
        <p:txBody>
          <a:bodyPr/>
          <a:lstStyle>
            <a:lvl1pPr>
              <a:defRPr/>
            </a:lvl1pPr>
          </a:lstStyle>
          <a:p>
            <a:pPr>
              <a:defRPr/>
            </a:pPr>
            <a:fld id="{FDB66485-3924-471E-8588-FE6979DFB570}" type="slidenum">
              <a:rPr lang="en-US" altLang="pl-PL"/>
              <a:pPr>
                <a:defRPr/>
              </a:pPr>
              <a:t>‹#›</a:t>
            </a:fld>
            <a:endParaRPr lang="en-US" altLang="pl-PL"/>
          </a:p>
        </p:txBody>
      </p:sp>
    </p:spTree>
    <p:extLst>
      <p:ext uri="{BB962C8B-B14F-4D97-AF65-F5344CB8AC3E}">
        <p14:creationId xmlns:p14="http://schemas.microsoft.com/office/powerpoint/2010/main" val="69207857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Obraz z podpisem">
    <p:spTree>
      <p:nvGrpSpPr>
        <p:cNvPr id="1" name=""/>
        <p:cNvGrpSpPr/>
        <p:nvPr/>
      </p:nvGrpSpPr>
      <p:grpSpPr>
        <a:xfrm>
          <a:off x="0" y="0"/>
          <a:ext cx="0" cy="0"/>
          <a:chOff x="0" y="0"/>
          <a:chExt cx="0" cy="0"/>
        </a:xfrm>
      </p:grpSpPr>
      <p:sp>
        <p:nvSpPr>
          <p:cNvPr id="2" name="Title 1"/>
          <p:cNvSpPr>
            <a:spLocks noGrp="1"/>
          </p:cNvSpPr>
          <p:nvPr>
            <p:ph type="title"/>
          </p:nvPr>
        </p:nvSpPr>
        <p:spPr>
          <a:xfrm>
            <a:off x="925298" y="503767"/>
            <a:ext cx="4332629" cy="1763183"/>
          </a:xfrm>
        </p:spPr>
        <p:txBody>
          <a:bodyPr anchor="b"/>
          <a:lstStyle>
            <a:lvl1pPr>
              <a:defRPr sz="3526"/>
            </a:lvl1pPr>
          </a:lstStyle>
          <a:p>
            <a:r>
              <a:rPr lang="pl-PL"/>
              <a:t>Kliknij, aby edytować styl</a:t>
            </a:r>
            <a:endParaRPr lang="en-US"/>
          </a:p>
        </p:txBody>
      </p:sp>
      <p:sp>
        <p:nvSpPr>
          <p:cNvPr id="3" name="Picture Placeholder 2"/>
          <p:cNvSpPr>
            <a:spLocks noGrp="1" noChangeAspect="1"/>
          </p:cNvSpPr>
          <p:nvPr>
            <p:ph type="pic" idx="1"/>
          </p:nvPr>
        </p:nvSpPr>
        <p:spPr>
          <a:xfrm>
            <a:off x="5710956" y="1087996"/>
            <a:ext cx="6800671" cy="5370013"/>
          </a:xfrm>
        </p:spPr>
        <p:txBody>
          <a:bodyPr rtlCol="0">
            <a:normAutofit/>
          </a:bodyPr>
          <a:lstStyle>
            <a:lvl1pPr marL="0" indent="0">
              <a:buNone/>
              <a:defRPr sz="3526"/>
            </a:lvl1pPr>
            <a:lvl2pPr marL="503743" indent="0">
              <a:buNone/>
              <a:defRPr sz="3085"/>
            </a:lvl2pPr>
            <a:lvl3pPr marL="1007486" indent="0">
              <a:buNone/>
              <a:defRPr sz="2644"/>
            </a:lvl3pPr>
            <a:lvl4pPr marL="1511229" indent="0">
              <a:buNone/>
              <a:defRPr sz="2204"/>
            </a:lvl4pPr>
            <a:lvl5pPr marL="2014972" indent="0">
              <a:buNone/>
              <a:defRPr sz="2204"/>
            </a:lvl5pPr>
            <a:lvl6pPr marL="2518715" indent="0">
              <a:buNone/>
              <a:defRPr sz="2204"/>
            </a:lvl6pPr>
            <a:lvl7pPr marL="3022458" indent="0">
              <a:buNone/>
              <a:defRPr sz="2204"/>
            </a:lvl7pPr>
            <a:lvl8pPr marL="3526201" indent="0">
              <a:buNone/>
              <a:defRPr sz="2204"/>
            </a:lvl8pPr>
            <a:lvl9pPr marL="4029944" indent="0">
              <a:buNone/>
              <a:defRPr sz="2204"/>
            </a:lvl9pPr>
          </a:lstStyle>
          <a:p>
            <a:pPr lvl="0"/>
            <a:r>
              <a:rPr lang="pl-PL" noProof="0"/>
              <a:t>Kliknij ikonę, aby dodać obraz</a:t>
            </a:r>
            <a:endParaRPr lang="en-US" noProof="0"/>
          </a:p>
        </p:txBody>
      </p:sp>
      <p:sp>
        <p:nvSpPr>
          <p:cNvPr id="4" name="Text Placeholder 3"/>
          <p:cNvSpPr>
            <a:spLocks noGrp="1"/>
          </p:cNvSpPr>
          <p:nvPr>
            <p:ph type="body" sz="half" idx="2"/>
          </p:nvPr>
        </p:nvSpPr>
        <p:spPr>
          <a:xfrm>
            <a:off x="925298" y="2266950"/>
            <a:ext cx="4332629" cy="4199805"/>
          </a:xfrm>
        </p:spPr>
        <p:txBody>
          <a:bodyPr/>
          <a:lstStyle>
            <a:lvl1pPr marL="0" indent="0">
              <a:buNone/>
              <a:defRPr sz="1763"/>
            </a:lvl1pPr>
            <a:lvl2pPr marL="503743" indent="0">
              <a:buNone/>
              <a:defRPr sz="1543"/>
            </a:lvl2pPr>
            <a:lvl3pPr marL="1007486" indent="0">
              <a:buNone/>
              <a:defRPr sz="1322"/>
            </a:lvl3pPr>
            <a:lvl4pPr marL="1511229" indent="0">
              <a:buNone/>
              <a:defRPr sz="1102"/>
            </a:lvl4pPr>
            <a:lvl5pPr marL="2014972" indent="0">
              <a:buNone/>
              <a:defRPr sz="1102"/>
            </a:lvl5pPr>
            <a:lvl6pPr marL="2518715" indent="0">
              <a:buNone/>
              <a:defRPr sz="1102"/>
            </a:lvl6pPr>
            <a:lvl7pPr marL="3022458" indent="0">
              <a:buNone/>
              <a:defRPr sz="1102"/>
            </a:lvl7pPr>
            <a:lvl8pPr marL="3526201" indent="0">
              <a:buNone/>
              <a:defRPr sz="1102"/>
            </a:lvl8pPr>
            <a:lvl9pPr marL="4029944" indent="0">
              <a:buNone/>
              <a:defRPr sz="1102"/>
            </a:lvl9pPr>
          </a:lstStyle>
          <a:p>
            <a:pPr lvl="0"/>
            <a:r>
              <a:rPr lang="pl-PL"/>
              <a:t>Kliknij, aby edytować style wzorca tekstu</a:t>
            </a:r>
          </a:p>
        </p:txBody>
      </p:sp>
      <p:sp>
        <p:nvSpPr>
          <p:cNvPr id="5" name="Date Placeholder 3">
            <a:extLst>
              <a:ext uri="{FF2B5EF4-FFF2-40B4-BE49-F238E27FC236}">
                <a16:creationId xmlns:a16="http://schemas.microsoft.com/office/drawing/2014/main" id="{0517F654-E9BA-5478-D77E-203B6DD3419B}"/>
              </a:ext>
            </a:extLst>
          </p:cNvPr>
          <p:cNvSpPr>
            <a:spLocks noGrp="1"/>
          </p:cNvSpPr>
          <p:nvPr>
            <p:ph type="dt" sz="half" idx="10"/>
          </p:nvPr>
        </p:nvSpPr>
        <p:spPr/>
        <p:txBody>
          <a:bodyPr/>
          <a:lstStyle>
            <a:lvl1pPr>
              <a:defRPr/>
            </a:lvl1pPr>
          </a:lstStyle>
          <a:p>
            <a:pPr>
              <a:defRPr/>
            </a:pPr>
            <a:fld id="{E9BF0E64-07EF-48C5-9556-D6634696B61A}" type="datetimeFigureOut">
              <a:rPr lang="en-US"/>
              <a:pPr>
                <a:defRPr/>
              </a:pPr>
              <a:t>10/23/2025</a:t>
            </a:fld>
            <a:endParaRPr lang="en-US"/>
          </a:p>
        </p:txBody>
      </p:sp>
      <p:sp>
        <p:nvSpPr>
          <p:cNvPr id="6" name="Footer Placeholder 4">
            <a:extLst>
              <a:ext uri="{FF2B5EF4-FFF2-40B4-BE49-F238E27FC236}">
                <a16:creationId xmlns:a16="http://schemas.microsoft.com/office/drawing/2014/main" id="{EF462296-3D6F-6CAC-76C5-368E7181451C}"/>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6B9750F1-C725-1243-2112-8B9657DA0F01}"/>
              </a:ext>
            </a:extLst>
          </p:cNvPr>
          <p:cNvSpPr>
            <a:spLocks noGrp="1"/>
          </p:cNvSpPr>
          <p:nvPr>
            <p:ph type="sldNum" sz="quarter" idx="12"/>
          </p:nvPr>
        </p:nvSpPr>
        <p:spPr/>
        <p:txBody>
          <a:bodyPr/>
          <a:lstStyle>
            <a:lvl1pPr>
              <a:defRPr/>
            </a:lvl1pPr>
          </a:lstStyle>
          <a:p>
            <a:pPr>
              <a:defRPr/>
            </a:pPr>
            <a:fld id="{A9F88A59-D602-4DB7-B30A-6D21DE0EB471}" type="slidenum">
              <a:rPr lang="en-US" altLang="pl-PL"/>
              <a:pPr>
                <a:defRPr/>
              </a:pPr>
              <a:t>‹#›</a:t>
            </a:fld>
            <a:endParaRPr lang="en-US" altLang="pl-PL"/>
          </a:p>
        </p:txBody>
      </p:sp>
    </p:spTree>
    <p:extLst>
      <p:ext uri="{BB962C8B-B14F-4D97-AF65-F5344CB8AC3E}">
        <p14:creationId xmlns:p14="http://schemas.microsoft.com/office/powerpoint/2010/main" val="367114103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ytuł i tekst pionow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l-PL"/>
              <a:t>Kliknij, aby edytować styl</a:t>
            </a:r>
            <a:endParaRPr lang="en-US"/>
          </a:p>
        </p:txBody>
      </p:sp>
      <p:sp>
        <p:nvSpPr>
          <p:cNvPr id="3" name="Vertical Text Placeholder 2"/>
          <p:cNvSpPr>
            <a:spLocks noGrp="1"/>
          </p:cNvSpPr>
          <p:nvPr>
            <p:ph type="body" orient="vert" idx="1"/>
          </p:nvPr>
        </p:nvSpPr>
        <p:spPr/>
        <p:txBody>
          <a:bodyPr vert="eaVe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a:p>
        </p:txBody>
      </p:sp>
      <p:sp>
        <p:nvSpPr>
          <p:cNvPr id="4" name="Date Placeholder 3">
            <a:extLst>
              <a:ext uri="{FF2B5EF4-FFF2-40B4-BE49-F238E27FC236}">
                <a16:creationId xmlns:a16="http://schemas.microsoft.com/office/drawing/2014/main" id="{8503CA98-09A8-2492-186A-3B25E3D1F488}"/>
              </a:ext>
            </a:extLst>
          </p:cNvPr>
          <p:cNvSpPr>
            <a:spLocks noGrp="1"/>
          </p:cNvSpPr>
          <p:nvPr>
            <p:ph type="dt" sz="half" idx="10"/>
          </p:nvPr>
        </p:nvSpPr>
        <p:spPr/>
        <p:txBody>
          <a:bodyPr/>
          <a:lstStyle>
            <a:lvl1pPr>
              <a:defRPr/>
            </a:lvl1pPr>
          </a:lstStyle>
          <a:p>
            <a:pPr>
              <a:defRPr/>
            </a:pPr>
            <a:fld id="{4C74F13E-5155-416A-BB8D-5221D49CD642}" type="datetimeFigureOut">
              <a:rPr lang="en-US"/>
              <a:pPr>
                <a:defRPr/>
              </a:pPr>
              <a:t>10/23/2025</a:t>
            </a:fld>
            <a:endParaRPr lang="en-US"/>
          </a:p>
        </p:txBody>
      </p:sp>
      <p:sp>
        <p:nvSpPr>
          <p:cNvPr id="5" name="Footer Placeholder 4">
            <a:extLst>
              <a:ext uri="{FF2B5EF4-FFF2-40B4-BE49-F238E27FC236}">
                <a16:creationId xmlns:a16="http://schemas.microsoft.com/office/drawing/2014/main" id="{C34AB6B2-08A8-8184-6A7E-B5D90BD0AFAF}"/>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1AA9F1B9-5AF7-2176-B7FF-404A043B2458}"/>
              </a:ext>
            </a:extLst>
          </p:cNvPr>
          <p:cNvSpPr>
            <a:spLocks noGrp="1"/>
          </p:cNvSpPr>
          <p:nvPr>
            <p:ph type="sldNum" sz="quarter" idx="12"/>
          </p:nvPr>
        </p:nvSpPr>
        <p:spPr/>
        <p:txBody>
          <a:bodyPr/>
          <a:lstStyle>
            <a:lvl1pPr>
              <a:defRPr/>
            </a:lvl1pPr>
          </a:lstStyle>
          <a:p>
            <a:pPr>
              <a:defRPr/>
            </a:pPr>
            <a:fld id="{B3CCFEB9-02CA-4ED2-80C4-FACB98514D3E}" type="slidenum">
              <a:rPr lang="en-US" altLang="pl-PL"/>
              <a:pPr>
                <a:defRPr/>
              </a:pPr>
              <a:t>‹#›</a:t>
            </a:fld>
            <a:endParaRPr lang="en-US" altLang="pl-PL"/>
          </a:p>
        </p:txBody>
      </p:sp>
    </p:spTree>
    <p:extLst>
      <p:ext uri="{BB962C8B-B14F-4D97-AF65-F5344CB8AC3E}">
        <p14:creationId xmlns:p14="http://schemas.microsoft.com/office/powerpoint/2010/main" val="138873402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Tytuł pionowy i teks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613295" y="402314"/>
            <a:ext cx="2896582" cy="6403784"/>
          </a:xfrm>
        </p:spPr>
        <p:txBody>
          <a:bodyPr vert="eaVert"/>
          <a:lstStyle/>
          <a:p>
            <a:r>
              <a:rPr lang="pl-PL"/>
              <a:t>Kliknij, aby edytować styl</a:t>
            </a:r>
            <a:endParaRPr lang="en-US"/>
          </a:p>
        </p:txBody>
      </p:sp>
      <p:sp>
        <p:nvSpPr>
          <p:cNvPr id="3" name="Vertical Text Placeholder 2"/>
          <p:cNvSpPr>
            <a:spLocks noGrp="1"/>
          </p:cNvSpPr>
          <p:nvPr>
            <p:ph type="body" orient="vert" idx="1"/>
          </p:nvPr>
        </p:nvSpPr>
        <p:spPr>
          <a:xfrm>
            <a:off x="923548" y="402314"/>
            <a:ext cx="8521829" cy="6403784"/>
          </a:xfrm>
        </p:spPr>
        <p:txBody>
          <a:bodyPr vert="eaVert"/>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endParaRPr lang="en-US"/>
          </a:p>
        </p:txBody>
      </p:sp>
      <p:sp>
        <p:nvSpPr>
          <p:cNvPr id="4" name="Date Placeholder 3">
            <a:extLst>
              <a:ext uri="{FF2B5EF4-FFF2-40B4-BE49-F238E27FC236}">
                <a16:creationId xmlns:a16="http://schemas.microsoft.com/office/drawing/2014/main" id="{1448F0CE-48AB-1D41-CE4C-0B132105F413}"/>
              </a:ext>
            </a:extLst>
          </p:cNvPr>
          <p:cNvSpPr>
            <a:spLocks noGrp="1"/>
          </p:cNvSpPr>
          <p:nvPr>
            <p:ph type="dt" sz="half" idx="10"/>
          </p:nvPr>
        </p:nvSpPr>
        <p:spPr/>
        <p:txBody>
          <a:bodyPr/>
          <a:lstStyle>
            <a:lvl1pPr>
              <a:defRPr/>
            </a:lvl1pPr>
          </a:lstStyle>
          <a:p>
            <a:pPr>
              <a:defRPr/>
            </a:pPr>
            <a:fld id="{336866E0-CE65-41CC-B06A-98A01098968A}" type="datetimeFigureOut">
              <a:rPr lang="en-US"/>
              <a:pPr>
                <a:defRPr/>
              </a:pPr>
              <a:t>10/23/2025</a:t>
            </a:fld>
            <a:endParaRPr lang="en-US"/>
          </a:p>
        </p:txBody>
      </p:sp>
      <p:sp>
        <p:nvSpPr>
          <p:cNvPr id="5" name="Footer Placeholder 4">
            <a:extLst>
              <a:ext uri="{FF2B5EF4-FFF2-40B4-BE49-F238E27FC236}">
                <a16:creationId xmlns:a16="http://schemas.microsoft.com/office/drawing/2014/main" id="{2CC506EC-46F3-BC39-65CB-6089E34C5810}"/>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32A6D458-F367-31E0-F6C5-043DDD81A9FF}"/>
              </a:ext>
            </a:extLst>
          </p:cNvPr>
          <p:cNvSpPr>
            <a:spLocks noGrp="1"/>
          </p:cNvSpPr>
          <p:nvPr>
            <p:ph type="sldNum" sz="quarter" idx="12"/>
          </p:nvPr>
        </p:nvSpPr>
        <p:spPr/>
        <p:txBody>
          <a:bodyPr/>
          <a:lstStyle>
            <a:lvl1pPr>
              <a:defRPr/>
            </a:lvl1pPr>
          </a:lstStyle>
          <a:p>
            <a:pPr>
              <a:defRPr/>
            </a:pPr>
            <a:fld id="{D6F733F6-9D88-4004-9C02-5DA0439FDB8A}" type="slidenum">
              <a:rPr lang="en-US" altLang="pl-PL"/>
              <a:pPr>
                <a:defRPr/>
              </a:pPr>
              <a:t>‹#›</a:t>
            </a:fld>
            <a:endParaRPr lang="en-US" altLang="pl-PL"/>
          </a:p>
        </p:txBody>
      </p:sp>
    </p:spTree>
    <p:extLst>
      <p:ext uri="{BB962C8B-B14F-4D97-AF65-F5344CB8AC3E}">
        <p14:creationId xmlns:p14="http://schemas.microsoft.com/office/powerpoint/2010/main" val="16745885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image" Target="../media/image1.jpeg"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 /><Relationship Id="rId13" Type="http://schemas.openxmlformats.org/officeDocument/2006/relationships/image" Target="../media/image1.jpeg" /><Relationship Id="rId3" Type="http://schemas.openxmlformats.org/officeDocument/2006/relationships/slideLayout" Target="../slideLayouts/slideLayout14.xml" /><Relationship Id="rId7" Type="http://schemas.openxmlformats.org/officeDocument/2006/relationships/slideLayout" Target="../slideLayouts/slideLayout18.xml" /><Relationship Id="rId12" Type="http://schemas.openxmlformats.org/officeDocument/2006/relationships/theme" Target="../theme/theme2.xml" /><Relationship Id="rId2" Type="http://schemas.openxmlformats.org/officeDocument/2006/relationships/slideLayout" Target="../slideLayouts/slideLayout13.xml" /><Relationship Id="rId1" Type="http://schemas.openxmlformats.org/officeDocument/2006/relationships/slideLayout" Target="../slideLayouts/slideLayout12.xml" /><Relationship Id="rId6" Type="http://schemas.openxmlformats.org/officeDocument/2006/relationships/slideLayout" Target="../slideLayouts/slideLayout17.xml" /><Relationship Id="rId11" Type="http://schemas.openxmlformats.org/officeDocument/2006/relationships/slideLayout" Target="../slideLayouts/slideLayout22.xml" /><Relationship Id="rId5" Type="http://schemas.openxmlformats.org/officeDocument/2006/relationships/slideLayout" Target="../slideLayouts/slideLayout16.xml" /><Relationship Id="rId10" Type="http://schemas.openxmlformats.org/officeDocument/2006/relationships/slideLayout" Target="../slideLayouts/slideLayout21.xml" /><Relationship Id="rId4" Type="http://schemas.openxmlformats.org/officeDocument/2006/relationships/slideLayout" Target="../slideLayouts/slideLayout15.xml" /><Relationship Id="rId9" Type="http://schemas.openxmlformats.org/officeDocument/2006/relationships/slideLayout" Target="../slideLayouts/slideLayout20.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DF69428B-D8C1-1CB1-9052-12EFF7F28D7A}"/>
              </a:ext>
            </a:extLst>
          </p:cNvPr>
          <p:cNvSpPr>
            <a:spLocks noGrp="1"/>
          </p:cNvSpPr>
          <p:nvPr>
            <p:ph type="title"/>
          </p:nvPr>
        </p:nvSpPr>
        <p:spPr bwMode="auto">
          <a:xfrm>
            <a:off x="923925" y="401638"/>
            <a:ext cx="11585575" cy="146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pl-PL" altLang="pl-PL"/>
              <a:t>Kliknij, aby edytować styl</a:t>
            </a:r>
            <a:endParaRPr lang="en-US" altLang="pl-PL"/>
          </a:p>
        </p:txBody>
      </p:sp>
      <p:sp>
        <p:nvSpPr>
          <p:cNvPr id="1027" name="Text Placeholder 2">
            <a:extLst>
              <a:ext uri="{FF2B5EF4-FFF2-40B4-BE49-F238E27FC236}">
                <a16:creationId xmlns:a16="http://schemas.microsoft.com/office/drawing/2014/main" id="{C637EF41-7916-0E55-5B38-82F8BB933053}"/>
              </a:ext>
            </a:extLst>
          </p:cNvPr>
          <p:cNvSpPr>
            <a:spLocks noGrp="1"/>
          </p:cNvSpPr>
          <p:nvPr>
            <p:ph type="body" idx="1"/>
          </p:nvPr>
        </p:nvSpPr>
        <p:spPr bwMode="auto">
          <a:xfrm>
            <a:off x="923925" y="2011363"/>
            <a:ext cx="11585575" cy="4794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pl-PL" altLang="pl-PL"/>
              <a:t>Kliknij, aby edytować style wzorca tekstu</a:t>
            </a:r>
          </a:p>
          <a:p>
            <a:pPr lvl="1"/>
            <a:r>
              <a:rPr lang="pl-PL" altLang="pl-PL"/>
              <a:t>Drugi poziom</a:t>
            </a:r>
          </a:p>
          <a:p>
            <a:pPr lvl="2"/>
            <a:r>
              <a:rPr lang="pl-PL" altLang="pl-PL"/>
              <a:t>Trzeci poziom</a:t>
            </a:r>
          </a:p>
          <a:p>
            <a:pPr lvl="3"/>
            <a:r>
              <a:rPr lang="pl-PL" altLang="pl-PL"/>
              <a:t>Czwarty poziom</a:t>
            </a:r>
          </a:p>
          <a:p>
            <a:pPr lvl="4"/>
            <a:r>
              <a:rPr lang="pl-PL" altLang="pl-PL"/>
              <a:t>Piąty poziom</a:t>
            </a:r>
            <a:endParaRPr lang="en-US" altLang="pl-PL"/>
          </a:p>
        </p:txBody>
      </p:sp>
      <p:sp>
        <p:nvSpPr>
          <p:cNvPr id="4" name="Date Placeholder 3">
            <a:extLst>
              <a:ext uri="{FF2B5EF4-FFF2-40B4-BE49-F238E27FC236}">
                <a16:creationId xmlns:a16="http://schemas.microsoft.com/office/drawing/2014/main" id="{5D25F847-E1A2-36BA-C7CD-79C0869B86A0}"/>
              </a:ext>
            </a:extLst>
          </p:cNvPr>
          <p:cNvSpPr>
            <a:spLocks noGrp="1"/>
          </p:cNvSpPr>
          <p:nvPr>
            <p:ph type="dt" sz="half" idx="2"/>
          </p:nvPr>
        </p:nvSpPr>
        <p:spPr>
          <a:xfrm>
            <a:off x="923925" y="7004050"/>
            <a:ext cx="3022600" cy="401638"/>
          </a:xfrm>
          <a:prstGeom prst="rect">
            <a:avLst/>
          </a:prstGeom>
        </p:spPr>
        <p:txBody>
          <a:bodyPr vert="horz" lIns="91440" tIns="45720" rIns="91440" bIns="45720" rtlCol="0" anchor="ctr"/>
          <a:lstStyle>
            <a:lvl1pPr algn="l">
              <a:defRPr sz="1322">
                <a:solidFill>
                  <a:schemeClr val="tx1">
                    <a:tint val="75000"/>
                  </a:schemeClr>
                </a:solidFill>
              </a:defRPr>
            </a:lvl1pPr>
          </a:lstStyle>
          <a:p>
            <a:pPr>
              <a:defRPr/>
            </a:pPr>
            <a:fld id="{34CE4B53-5155-49DE-B2D1-BCFD4E4D67CA}" type="datetimeFigureOut">
              <a:rPr lang="en-US"/>
              <a:pPr>
                <a:defRPr/>
              </a:pPr>
              <a:t>10/23/2025</a:t>
            </a:fld>
            <a:endParaRPr lang="en-US"/>
          </a:p>
        </p:txBody>
      </p:sp>
      <p:sp>
        <p:nvSpPr>
          <p:cNvPr id="5" name="Footer Placeholder 4">
            <a:extLst>
              <a:ext uri="{FF2B5EF4-FFF2-40B4-BE49-F238E27FC236}">
                <a16:creationId xmlns:a16="http://schemas.microsoft.com/office/drawing/2014/main" id="{CFDAB1D7-21E3-2EE7-48CF-2CB88695C729}"/>
              </a:ext>
            </a:extLst>
          </p:cNvPr>
          <p:cNvSpPr>
            <a:spLocks noGrp="1"/>
          </p:cNvSpPr>
          <p:nvPr>
            <p:ph type="ftr" sz="quarter" idx="3"/>
          </p:nvPr>
        </p:nvSpPr>
        <p:spPr>
          <a:xfrm>
            <a:off x="4449763" y="7004050"/>
            <a:ext cx="4533900" cy="401638"/>
          </a:xfrm>
          <a:prstGeom prst="rect">
            <a:avLst/>
          </a:prstGeom>
        </p:spPr>
        <p:txBody>
          <a:bodyPr vert="horz" lIns="91440" tIns="45720" rIns="91440" bIns="45720" rtlCol="0" anchor="ctr"/>
          <a:lstStyle>
            <a:lvl1pPr algn="ctr">
              <a:defRPr sz="1322">
                <a:solidFill>
                  <a:schemeClr val="tx1">
                    <a:tint val="75000"/>
                  </a:schemeClr>
                </a:solidFill>
              </a:defRPr>
            </a:lvl1pPr>
          </a:lstStyle>
          <a:p>
            <a:pPr>
              <a:defRPr/>
            </a:pPr>
            <a:endParaRPr lang="en-US"/>
          </a:p>
        </p:txBody>
      </p:sp>
      <p:sp>
        <p:nvSpPr>
          <p:cNvPr id="6" name="Slide Number Placeholder 5">
            <a:extLst>
              <a:ext uri="{FF2B5EF4-FFF2-40B4-BE49-F238E27FC236}">
                <a16:creationId xmlns:a16="http://schemas.microsoft.com/office/drawing/2014/main" id="{7363E939-40D0-BEC3-9908-BCCB22ECB094}"/>
              </a:ext>
            </a:extLst>
          </p:cNvPr>
          <p:cNvSpPr>
            <a:spLocks noGrp="1"/>
          </p:cNvSpPr>
          <p:nvPr>
            <p:ph type="sldNum" sz="quarter" idx="4"/>
          </p:nvPr>
        </p:nvSpPr>
        <p:spPr>
          <a:xfrm>
            <a:off x="9486900" y="7004050"/>
            <a:ext cx="3022600" cy="401638"/>
          </a:xfrm>
          <a:prstGeom prst="rect">
            <a:avLst/>
          </a:prstGeom>
        </p:spPr>
        <p:txBody>
          <a:bodyPr vert="horz" wrap="square" lIns="91440" tIns="45720" rIns="91440" bIns="45720" numCol="1" anchor="ctr" anchorCtr="0" compatLnSpc="1">
            <a:prstTxWarp prst="textNoShape">
              <a:avLst/>
            </a:prstTxWarp>
          </a:bodyPr>
          <a:lstStyle>
            <a:lvl1pPr algn="r">
              <a:defRPr sz="1300">
                <a:solidFill>
                  <a:srgbClr val="898989"/>
                </a:solidFill>
              </a:defRPr>
            </a:lvl1pPr>
          </a:lstStyle>
          <a:p>
            <a:pPr>
              <a:defRPr/>
            </a:pPr>
            <a:fld id="{CDF7626E-F54A-4CB1-96D0-081EFFE8F8FB}" type="slidenum">
              <a:rPr lang="en-US" altLang="pl-PL"/>
              <a:pPr>
                <a:defRPr/>
              </a:pPr>
              <a:t>‹#›</a:t>
            </a:fld>
            <a:endParaRPr lang="en-US" altLang="pl-PL"/>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1006475" rtl="0" eaLnBrk="0" fontAlgn="base" hangingPunct="0">
        <a:lnSpc>
          <a:spcPct val="90000"/>
        </a:lnSpc>
        <a:spcBef>
          <a:spcPct val="0"/>
        </a:spcBef>
        <a:spcAft>
          <a:spcPct val="0"/>
        </a:spcAft>
        <a:defRPr sz="4800" kern="1200">
          <a:solidFill>
            <a:schemeClr val="tx1"/>
          </a:solidFill>
          <a:latin typeface="+mj-lt"/>
          <a:ea typeface="+mj-ea"/>
          <a:cs typeface="+mj-cs"/>
        </a:defRPr>
      </a:lvl1pPr>
      <a:lvl2pPr algn="l" defTabSz="1006475" rtl="0" eaLnBrk="0" fontAlgn="base" hangingPunct="0">
        <a:lnSpc>
          <a:spcPct val="90000"/>
        </a:lnSpc>
        <a:spcBef>
          <a:spcPct val="0"/>
        </a:spcBef>
        <a:spcAft>
          <a:spcPct val="0"/>
        </a:spcAft>
        <a:defRPr sz="4800">
          <a:solidFill>
            <a:schemeClr val="tx1"/>
          </a:solidFill>
          <a:latin typeface="Calibri Light" panose="020F0302020204030204" pitchFamily="34" charset="0"/>
        </a:defRPr>
      </a:lvl2pPr>
      <a:lvl3pPr algn="l" defTabSz="1006475" rtl="0" eaLnBrk="0" fontAlgn="base" hangingPunct="0">
        <a:lnSpc>
          <a:spcPct val="90000"/>
        </a:lnSpc>
        <a:spcBef>
          <a:spcPct val="0"/>
        </a:spcBef>
        <a:spcAft>
          <a:spcPct val="0"/>
        </a:spcAft>
        <a:defRPr sz="4800">
          <a:solidFill>
            <a:schemeClr val="tx1"/>
          </a:solidFill>
          <a:latin typeface="Calibri Light" panose="020F0302020204030204" pitchFamily="34" charset="0"/>
        </a:defRPr>
      </a:lvl3pPr>
      <a:lvl4pPr algn="l" defTabSz="1006475" rtl="0" eaLnBrk="0" fontAlgn="base" hangingPunct="0">
        <a:lnSpc>
          <a:spcPct val="90000"/>
        </a:lnSpc>
        <a:spcBef>
          <a:spcPct val="0"/>
        </a:spcBef>
        <a:spcAft>
          <a:spcPct val="0"/>
        </a:spcAft>
        <a:defRPr sz="4800">
          <a:solidFill>
            <a:schemeClr val="tx1"/>
          </a:solidFill>
          <a:latin typeface="Calibri Light" panose="020F0302020204030204" pitchFamily="34" charset="0"/>
        </a:defRPr>
      </a:lvl4pPr>
      <a:lvl5pPr algn="l" defTabSz="1006475" rtl="0" eaLnBrk="0" fontAlgn="base" hangingPunct="0">
        <a:lnSpc>
          <a:spcPct val="90000"/>
        </a:lnSpc>
        <a:spcBef>
          <a:spcPct val="0"/>
        </a:spcBef>
        <a:spcAft>
          <a:spcPct val="0"/>
        </a:spcAft>
        <a:defRPr sz="4800">
          <a:solidFill>
            <a:schemeClr val="tx1"/>
          </a:solidFill>
          <a:latin typeface="Calibri Light" panose="020F0302020204030204" pitchFamily="34" charset="0"/>
        </a:defRPr>
      </a:lvl5pPr>
      <a:lvl6pPr marL="457200" algn="l" defTabSz="1006475" rtl="0" fontAlgn="base">
        <a:lnSpc>
          <a:spcPct val="90000"/>
        </a:lnSpc>
        <a:spcBef>
          <a:spcPct val="0"/>
        </a:spcBef>
        <a:spcAft>
          <a:spcPct val="0"/>
        </a:spcAft>
        <a:defRPr sz="4800">
          <a:solidFill>
            <a:schemeClr val="tx1"/>
          </a:solidFill>
          <a:latin typeface="Calibri Light" panose="020F0302020204030204" pitchFamily="34" charset="0"/>
        </a:defRPr>
      </a:lvl6pPr>
      <a:lvl7pPr marL="914400" algn="l" defTabSz="1006475" rtl="0" fontAlgn="base">
        <a:lnSpc>
          <a:spcPct val="90000"/>
        </a:lnSpc>
        <a:spcBef>
          <a:spcPct val="0"/>
        </a:spcBef>
        <a:spcAft>
          <a:spcPct val="0"/>
        </a:spcAft>
        <a:defRPr sz="4800">
          <a:solidFill>
            <a:schemeClr val="tx1"/>
          </a:solidFill>
          <a:latin typeface="Calibri Light" panose="020F0302020204030204" pitchFamily="34" charset="0"/>
        </a:defRPr>
      </a:lvl7pPr>
      <a:lvl8pPr marL="1371600" algn="l" defTabSz="1006475" rtl="0" fontAlgn="base">
        <a:lnSpc>
          <a:spcPct val="90000"/>
        </a:lnSpc>
        <a:spcBef>
          <a:spcPct val="0"/>
        </a:spcBef>
        <a:spcAft>
          <a:spcPct val="0"/>
        </a:spcAft>
        <a:defRPr sz="4800">
          <a:solidFill>
            <a:schemeClr val="tx1"/>
          </a:solidFill>
          <a:latin typeface="Calibri Light" panose="020F0302020204030204" pitchFamily="34" charset="0"/>
        </a:defRPr>
      </a:lvl8pPr>
      <a:lvl9pPr marL="1828800" algn="l" defTabSz="1006475" rtl="0" fontAlgn="base">
        <a:lnSpc>
          <a:spcPct val="90000"/>
        </a:lnSpc>
        <a:spcBef>
          <a:spcPct val="0"/>
        </a:spcBef>
        <a:spcAft>
          <a:spcPct val="0"/>
        </a:spcAft>
        <a:defRPr sz="4800">
          <a:solidFill>
            <a:schemeClr val="tx1"/>
          </a:solidFill>
          <a:latin typeface="Calibri Light" panose="020F0302020204030204" pitchFamily="34" charset="0"/>
        </a:defRPr>
      </a:lvl9pPr>
    </p:titleStyle>
    <p:bodyStyle>
      <a:lvl1pPr marL="250825" indent="-250825" algn="l" defTabSz="1006475" rtl="0" eaLnBrk="0" fontAlgn="base" hangingPunct="0">
        <a:lnSpc>
          <a:spcPct val="90000"/>
        </a:lnSpc>
        <a:spcBef>
          <a:spcPts val="1100"/>
        </a:spcBef>
        <a:spcAft>
          <a:spcPct val="0"/>
        </a:spcAft>
        <a:buFont typeface="Arial" panose="020B0604020202020204" pitchFamily="34" charset="0"/>
        <a:buChar char="•"/>
        <a:defRPr sz="3000" kern="1200">
          <a:solidFill>
            <a:schemeClr val="tx1"/>
          </a:solidFill>
          <a:latin typeface="+mn-lt"/>
          <a:ea typeface="+mn-ea"/>
          <a:cs typeface="+mn-cs"/>
        </a:defRPr>
      </a:lvl1pPr>
      <a:lvl2pPr marL="754063" indent="-250825" algn="l" defTabSz="1006475" rtl="0" eaLnBrk="0" fontAlgn="base" hangingPunct="0">
        <a:lnSpc>
          <a:spcPct val="90000"/>
        </a:lnSpc>
        <a:spcBef>
          <a:spcPts val="550"/>
        </a:spcBef>
        <a:spcAft>
          <a:spcPct val="0"/>
        </a:spcAft>
        <a:buFont typeface="Arial" panose="020B0604020202020204" pitchFamily="34" charset="0"/>
        <a:buChar char="•"/>
        <a:defRPr sz="2600" kern="1200">
          <a:solidFill>
            <a:schemeClr val="tx1"/>
          </a:solidFill>
          <a:latin typeface="+mn-lt"/>
          <a:ea typeface="+mn-ea"/>
          <a:cs typeface="+mn-cs"/>
        </a:defRPr>
      </a:lvl2pPr>
      <a:lvl3pPr marL="1258888" indent="-250825" algn="l" defTabSz="1006475" rtl="0" eaLnBrk="0" fontAlgn="base" hangingPunct="0">
        <a:lnSpc>
          <a:spcPct val="90000"/>
        </a:lnSpc>
        <a:spcBef>
          <a:spcPts val="550"/>
        </a:spcBef>
        <a:spcAft>
          <a:spcPct val="0"/>
        </a:spcAft>
        <a:buFont typeface="Arial" panose="020B0604020202020204" pitchFamily="34" charset="0"/>
        <a:buChar char="•"/>
        <a:defRPr sz="2200" kern="1200">
          <a:solidFill>
            <a:schemeClr val="tx1"/>
          </a:solidFill>
          <a:latin typeface="+mn-lt"/>
          <a:ea typeface="+mn-ea"/>
          <a:cs typeface="+mn-cs"/>
        </a:defRPr>
      </a:lvl3pPr>
      <a:lvl4pPr marL="1762125" indent="-250825" algn="l" defTabSz="1006475" rtl="0" eaLnBrk="0" fontAlgn="base" hangingPunct="0">
        <a:lnSpc>
          <a:spcPct val="90000"/>
        </a:lnSpc>
        <a:spcBef>
          <a:spcPts val="550"/>
        </a:spcBef>
        <a:spcAft>
          <a:spcPct val="0"/>
        </a:spcAft>
        <a:buFont typeface="Arial" panose="020B0604020202020204" pitchFamily="34" charset="0"/>
        <a:buChar char="•"/>
        <a:defRPr sz="1900" kern="1200">
          <a:solidFill>
            <a:schemeClr val="tx1"/>
          </a:solidFill>
          <a:latin typeface="+mn-lt"/>
          <a:ea typeface="+mn-ea"/>
          <a:cs typeface="+mn-cs"/>
        </a:defRPr>
      </a:lvl4pPr>
      <a:lvl5pPr marL="2265363" indent="-250825" algn="l" defTabSz="1006475" rtl="0" eaLnBrk="0" fontAlgn="base" hangingPunct="0">
        <a:lnSpc>
          <a:spcPct val="90000"/>
        </a:lnSpc>
        <a:spcBef>
          <a:spcPts val="550"/>
        </a:spcBef>
        <a:spcAft>
          <a:spcPct val="0"/>
        </a:spcAft>
        <a:buFont typeface="Arial" panose="020B0604020202020204" pitchFamily="34" charset="0"/>
        <a:buChar char="•"/>
        <a:defRPr sz="1900" kern="1200">
          <a:solidFill>
            <a:schemeClr val="tx1"/>
          </a:solidFill>
          <a:latin typeface="+mn-lt"/>
          <a:ea typeface="+mn-ea"/>
          <a:cs typeface="+mn-cs"/>
        </a:defRPr>
      </a:lvl5pPr>
      <a:lvl6pPr marL="2770586" indent="-251871" algn="l" defTabSz="1007486" rtl="0" eaLnBrk="1" latinLnBrk="0" hangingPunct="1">
        <a:lnSpc>
          <a:spcPct val="90000"/>
        </a:lnSpc>
        <a:spcBef>
          <a:spcPts val="551"/>
        </a:spcBef>
        <a:buFont typeface="Arial" panose="020B0604020202020204" pitchFamily="34" charset="0"/>
        <a:buChar char="•"/>
        <a:defRPr sz="1983" kern="1200">
          <a:solidFill>
            <a:schemeClr val="tx1"/>
          </a:solidFill>
          <a:latin typeface="+mn-lt"/>
          <a:ea typeface="+mn-ea"/>
          <a:cs typeface="+mn-cs"/>
        </a:defRPr>
      </a:lvl6pPr>
      <a:lvl7pPr marL="3274329" indent="-251871" algn="l" defTabSz="1007486" rtl="0" eaLnBrk="1" latinLnBrk="0" hangingPunct="1">
        <a:lnSpc>
          <a:spcPct val="90000"/>
        </a:lnSpc>
        <a:spcBef>
          <a:spcPts val="551"/>
        </a:spcBef>
        <a:buFont typeface="Arial" panose="020B0604020202020204" pitchFamily="34" charset="0"/>
        <a:buChar char="•"/>
        <a:defRPr sz="1983" kern="1200">
          <a:solidFill>
            <a:schemeClr val="tx1"/>
          </a:solidFill>
          <a:latin typeface="+mn-lt"/>
          <a:ea typeface="+mn-ea"/>
          <a:cs typeface="+mn-cs"/>
        </a:defRPr>
      </a:lvl7pPr>
      <a:lvl8pPr marL="3778072" indent="-251871" algn="l" defTabSz="1007486" rtl="0" eaLnBrk="1" latinLnBrk="0" hangingPunct="1">
        <a:lnSpc>
          <a:spcPct val="90000"/>
        </a:lnSpc>
        <a:spcBef>
          <a:spcPts val="551"/>
        </a:spcBef>
        <a:buFont typeface="Arial" panose="020B0604020202020204" pitchFamily="34" charset="0"/>
        <a:buChar char="•"/>
        <a:defRPr sz="1983" kern="1200">
          <a:solidFill>
            <a:schemeClr val="tx1"/>
          </a:solidFill>
          <a:latin typeface="+mn-lt"/>
          <a:ea typeface="+mn-ea"/>
          <a:cs typeface="+mn-cs"/>
        </a:defRPr>
      </a:lvl8pPr>
      <a:lvl9pPr marL="4281815" indent="-251871" algn="l" defTabSz="1007486" rtl="0" eaLnBrk="1" latinLnBrk="0" hangingPunct="1">
        <a:lnSpc>
          <a:spcPct val="90000"/>
        </a:lnSpc>
        <a:spcBef>
          <a:spcPts val="551"/>
        </a:spcBef>
        <a:buFont typeface="Arial" panose="020B0604020202020204" pitchFamily="34" charset="0"/>
        <a:buChar char="•"/>
        <a:defRPr sz="1983" kern="1200">
          <a:solidFill>
            <a:schemeClr val="tx1"/>
          </a:solidFill>
          <a:latin typeface="+mn-lt"/>
          <a:ea typeface="+mn-ea"/>
          <a:cs typeface="+mn-cs"/>
        </a:defRPr>
      </a:lvl9pPr>
    </p:bodyStyle>
    <p:otherStyle>
      <a:defPPr>
        <a:defRPr lang="en-US"/>
      </a:defPPr>
      <a:lvl1pPr marL="0" algn="l" defTabSz="1007486" rtl="0" eaLnBrk="1" latinLnBrk="0" hangingPunct="1">
        <a:defRPr sz="1983" kern="1200">
          <a:solidFill>
            <a:schemeClr val="tx1"/>
          </a:solidFill>
          <a:latin typeface="+mn-lt"/>
          <a:ea typeface="+mn-ea"/>
          <a:cs typeface="+mn-cs"/>
        </a:defRPr>
      </a:lvl1pPr>
      <a:lvl2pPr marL="503743" algn="l" defTabSz="1007486" rtl="0" eaLnBrk="1" latinLnBrk="0" hangingPunct="1">
        <a:defRPr sz="1983" kern="1200">
          <a:solidFill>
            <a:schemeClr val="tx1"/>
          </a:solidFill>
          <a:latin typeface="+mn-lt"/>
          <a:ea typeface="+mn-ea"/>
          <a:cs typeface="+mn-cs"/>
        </a:defRPr>
      </a:lvl2pPr>
      <a:lvl3pPr marL="1007486" algn="l" defTabSz="1007486" rtl="0" eaLnBrk="1" latinLnBrk="0" hangingPunct="1">
        <a:defRPr sz="1983" kern="1200">
          <a:solidFill>
            <a:schemeClr val="tx1"/>
          </a:solidFill>
          <a:latin typeface="+mn-lt"/>
          <a:ea typeface="+mn-ea"/>
          <a:cs typeface="+mn-cs"/>
        </a:defRPr>
      </a:lvl3pPr>
      <a:lvl4pPr marL="1511229" algn="l" defTabSz="1007486" rtl="0" eaLnBrk="1" latinLnBrk="0" hangingPunct="1">
        <a:defRPr sz="1983" kern="1200">
          <a:solidFill>
            <a:schemeClr val="tx1"/>
          </a:solidFill>
          <a:latin typeface="+mn-lt"/>
          <a:ea typeface="+mn-ea"/>
          <a:cs typeface="+mn-cs"/>
        </a:defRPr>
      </a:lvl4pPr>
      <a:lvl5pPr marL="2014972" algn="l" defTabSz="1007486" rtl="0" eaLnBrk="1" latinLnBrk="0" hangingPunct="1">
        <a:defRPr sz="1983" kern="1200">
          <a:solidFill>
            <a:schemeClr val="tx1"/>
          </a:solidFill>
          <a:latin typeface="+mn-lt"/>
          <a:ea typeface="+mn-ea"/>
          <a:cs typeface="+mn-cs"/>
        </a:defRPr>
      </a:lvl5pPr>
      <a:lvl6pPr marL="2518715" algn="l" defTabSz="1007486" rtl="0" eaLnBrk="1" latinLnBrk="0" hangingPunct="1">
        <a:defRPr sz="1983" kern="1200">
          <a:solidFill>
            <a:schemeClr val="tx1"/>
          </a:solidFill>
          <a:latin typeface="+mn-lt"/>
          <a:ea typeface="+mn-ea"/>
          <a:cs typeface="+mn-cs"/>
        </a:defRPr>
      </a:lvl6pPr>
      <a:lvl7pPr marL="3022458" algn="l" defTabSz="1007486" rtl="0" eaLnBrk="1" latinLnBrk="0" hangingPunct="1">
        <a:defRPr sz="1983" kern="1200">
          <a:solidFill>
            <a:schemeClr val="tx1"/>
          </a:solidFill>
          <a:latin typeface="+mn-lt"/>
          <a:ea typeface="+mn-ea"/>
          <a:cs typeface="+mn-cs"/>
        </a:defRPr>
      </a:lvl7pPr>
      <a:lvl8pPr marL="3526201" algn="l" defTabSz="1007486" rtl="0" eaLnBrk="1" latinLnBrk="0" hangingPunct="1">
        <a:defRPr sz="1983" kern="1200">
          <a:solidFill>
            <a:schemeClr val="tx1"/>
          </a:solidFill>
          <a:latin typeface="+mn-lt"/>
          <a:ea typeface="+mn-ea"/>
          <a:cs typeface="+mn-cs"/>
        </a:defRPr>
      </a:lvl8pPr>
      <a:lvl9pPr marL="4029944" algn="l" defTabSz="1007486" rtl="0" eaLnBrk="1" latinLnBrk="0" hangingPunct="1">
        <a:defRPr sz="1983"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2050" name="Title Placeholder 1">
            <a:extLst>
              <a:ext uri="{FF2B5EF4-FFF2-40B4-BE49-F238E27FC236}">
                <a16:creationId xmlns:a16="http://schemas.microsoft.com/office/drawing/2014/main" id="{4E878DE8-B5A4-1BF1-C776-C5969401A8A9}"/>
              </a:ext>
            </a:extLst>
          </p:cNvPr>
          <p:cNvSpPr>
            <a:spLocks noGrp="1"/>
          </p:cNvSpPr>
          <p:nvPr>
            <p:ph type="title"/>
          </p:nvPr>
        </p:nvSpPr>
        <p:spPr bwMode="auto">
          <a:xfrm>
            <a:off x="923925" y="401638"/>
            <a:ext cx="11585575" cy="146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pl-PL" altLang="pl-PL"/>
              <a:t>Kliknij, aby edytować styl</a:t>
            </a:r>
            <a:endParaRPr lang="en-US" altLang="pl-PL"/>
          </a:p>
        </p:txBody>
      </p:sp>
      <p:sp>
        <p:nvSpPr>
          <p:cNvPr id="2051" name="Text Placeholder 2">
            <a:extLst>
              <a:ext uri="{FF2B5EF4-FFF2-40B4-BE49-F238E27FC236}">
                <a16:creationId xmlns:a16="http://schemas.microsoft.com/office/drawing/2014/main" id="{ED8694F3-91DE-4AD2-17C0-137E7F10F49D}"/>
              </a:ext>
            </a:extLst>
          </p:cNvPr>
          <p:cNvSpPr>
            <a:spLocks noGrp="1"/>
          </p:cNvSpPr>
          <p:nvPr>
            <p:ph type="body" idx="1"/>
          </p:nvPr>
        </p:nvSpPr>
        <p:spPr bwMode="auto">
          <a:xfrm>
            <a:off x="923925" y="2011363"/>
            <a:ext cx="11585575" cy="4794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pl-PL" altLang="pl-PL"/>
              <a:t>Kliknij, aby edytować style wzorca tekstu</a:t>
            </a:r>
          </a:p>
          <a:p>
            <a:pPr lvl="1"/>
            <a:r>
              <a:rPr lang="pl-PL" altLang="pl-PL"/>
              <a:t>Drugi poziom</a:t>
            </a:r>
          </a:p>
          <a:p>
            <a:pPr lvl="2"/>
            <a:r>
              <a:rPr lang="pl-PL" altLang="pl-PL"/>
              <a:t>Trzeci poziom</a:t>
            </a:r>
          </a:p>
          <a:p>
            <a:pPr lvl="3"/>
            <a:r>
              <a:rPr lang="pl-PL" altLang="pl-PL"/>
              <a:t>Czwarty poziom</a:t>
            </a:r>
          </a:p>
          <a:p>
            <a:pPr lvl="4"/>
            <a:r>
              <a:rPr lang="pl-PL" altLang="pl-PL"/>
              <a:t>Piąty poziom</a:t>
            </a:r>
            <a:endParaRPr lang="en-US" altLang="pl-PL"/>
          </a:p>
        </p:txBody>
      </p:sp>
      <p:sp>
        <p:nvSpPr>
          <p:cNvPr id="4" name="Date Placeholder 3">
            <a:extLst>
              <a:ext uri="{FF2B5EF4-FFF2-40B4-BE49-F238E27FC236}">
                <a16:creationId xmlns:a16="http://schemas.microsoft.com/office/drawing/2014/main" id="{269EC368-7137-1DFA-31DA-D581BDE99F75}"/>
              </a:ext>
            </a:extLst>
          </p:cNvPr>
          <p:cNvSpPr>
            <a:spLocks noGrp="1"/>
          </p:cNvSpPr>
          <p:nvPr>
            <p:ph type="dt" sz="half" idx="2"/>
          </p:nvPr>
        </p:nvSpPr>
        <p:spPr>
          <a:xfrm>
            <a:off x="923925" y="7004050"/>
            <a:ext cx="3022600" cy="401638"/>
          </a:xfrm>
          <a:prstGeom prst="rect">
            <a:avLst/>
          </a:prstGeom>
        </p:spPr>
        <p:txBody>
          <a:bodyPr vert="horz" lIns="91440" tIns="45720" rIns="91440" bIns="45720" rtlCol="0" anchor="ctr"/>
          <a:lstStyle>
            <a:lvl1pPr algn="l">
              <a:defRPr sz="1322">
                <a:solidFill>
                  <a:schemeClr val="tx1">
                    <a:tint val="75000"/>
                  </a:schemeClr>
                </a:solidFill>
              </a:defRPr>
            </a:lvl1pPr>
          </a:lstStyle>
          <a:p>
            <a:pPr>
              <a:defRPr/>
            </a:pPr>
            <a:fld id="{2D1A63EB-8F1B-4796-9E8F-5BE836CDC234}" type="datetimeFigureOut">
              <a:rPr lang="en-US"/>
              <a:pPr>
                <a:defRPr/>
              </a:pPr>
              <a:t>10/23/2025</a:t>
            </a:fld>
            <a:endParaRPr lang="en-US"/>
          </a:p>
        </p:txBody>
      </p:sp>
      <p:sp>
        <p:nvSpPr>
          <p:cNvPr id="5" name="Footer Placeholder 4">
            <a:extLst>
              <a:ext uri="{FF2B5EF4-FFF2-40B4-BE49-F238E27FC236}">
                <a16:creationId xmlns:a16="http://schemas.microsoft.com/office/drawing/2014/main" id="{AC5376C7-F28C-8362-5F4C-C28848B5BDAD}"/>
              </a:ext>
            </a:extLst>
          </p:cNvPr>
          <p:cNvSpPr>
            <a:spLocks noGrp="1"/>
          </p:cNvSpPr>
          <p:nvPr>
            <p:ph type="ftr" sz="quarter" idx="3"/>
          </p:nvPr>
        </p:nvSpPr>
        <p:spPr>
          <a:xfrm>
            <a:off x="4449763" y="7004050"/>
            <a:ext cx="4533900" cy="401638"/>
          </a:xfrm>
          <a:prstGeom prst="rect">
            <a:avLst/>
          </a:prstGeom>
        </p:spPr>
        <p:txBody>
          <a:bodyPr vert="horz" lIns="91440" tIns="45720" rIns="91440" bIns="45720" rtlCol="0" anchor="ctr"/>
          <a:lstStyle>
            <a:lvl1pPr algn="ctr">
              <a:defRPr sz="1322">
                <a:solidFill>
                  <a:schemeClr val="tx1">
                    <a:tint val="75000"/>
                  </a:schemeClr>
                </a:solidFill>
              </a:defRPr>
            </a:lvl1pPr>
          </a:lstStyle>
          <a:p>
            <a:pPr>
              <a:defRPr/>
            </a:pPr>
            <a:endParaRPr lang="en-US"/>
          </a:p>
        </p:txBody>
      </p:sp>
      <p:sp>
        <p:nvSpPr>
          <p:cNvPr id="6" name="Slide Number Placeholder 5">
            <a:extLst>
              <a:ext uri="{FF2B5EF4-FFF2-40B4-BE49-F238E27FC236}">
                <a16:creationId xmlns:a16="http://schemas.microsoft.com/office/drawing/2014/main" id="{A306F13A-D80B-976E-4ECC-9C4B76D6E697}"/>
              </a:ext>
            </a:extLst>
          </p:cNvPr>
          <p:cNvSpPr>
            <a:spLocks noGrp="1"/>
          </p:cNvSpPr>
          <p:nvPr>
            <p:ph type="sldNum" sz="quarter" idx="4"/>
          </p:nvPr>
        </p:nvSpPr>
        <p:spPr>
          <a:xfrm>
            <a:off x="9486900" y="7004050"/>
            <a:ext cx="3022600" cy="401638"/>
          </a:xfrm>
          <a:prstGeom prst="rect">
            <a:avLst/>
          </a:prstGeom>
        </p:spPr>
        <p:txBody>
          <a:bodyPr vert="horz" wrap="square" lIns="91440" tIns="45720" rIns="91440" bIns="45720" numCol="1" anchor="ctr" anchorCtr="0" compatLnSpc="1">
            <a:prstTxWarp prst="textNoShape">
              <a:avLst/>
            </a:prstTxWarp>
          </a:bodyPr>
          <a:lstStyle>
            <a:lvl1pPr algn="r">
              <a:defRPr sz="1300">
                <a:solidFill>
                  <a:srgbClr val="898989"/>
                </a:solidFill>
              </a:defRPr>
            </a:lvl1pPr>
          </a:lstStyle>
          <a:p>
            <a:pPr>
              <a:defRPr/>
            </a:pPr>
            <a:fld id="{3A32C780-685E-4C24-BE47-A8A835C83BDB}" type="slidenum">
              <a:rPr lang="en-US" altLang="pl-PL"/>
              <a:pPr>
                <a:defRPr/>
              </a:pPr>
              <a:t>‹#›</a:t>
            </a:fld>
            <a:endParaRPr lang="en-US" altLang="pl-PL"/>
          </a:p>
        </p:txBody>
      </p:sp>
    </p:spTree>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Lst>
  <p:txStyles>
    <p:titleStyle>
      <a:lvl1pPr algn="l" defTabSz="1006475" rtl="0" eaLnBrk="0" fontAlgn="base" hangingPunct="0">
        <a:lnSpc>
          <a:spcPct val="90000"/>
        </a:lnSpc>
        <a:spcBef>
          <a:spcPct val="0"/>
        </a:spcBef>
        <a:spcAft>
          <a:spcPct val="0"/>
        </a:spcAft>
        <a:defRPr sz="4800" kern="1200">
          <a:solidFill>
            <a:schemeClr val="tx1"/>
          </a:solidFill>
          <a:latin typeface="+mj-lt"/>
          <a:ea typeface="+mj-ea"/>
          <a:cs typeface="+mj-cs"/>
        </a:defRPr>
      </a:lvl1pPr>
      <a:lvl2pPr algn="l" defTabSz="1006475" rtl="0" eaLnBrk="0" fontAlgn="base" hangingPunct="0">
        <a:lnSpc>
          <a:spcPct val="90000"/>
        </a:lnSpc>
        <a:spcBef>
          <a:spcPct val="0"/>
        </a:spcBef>
        <a:spcAft>
          <a:spcPct val="0"/>
        </a:spcAft>
        <a:defRPr sz="4800">
          <a:solidFill>
            <a:schemeClr val="tx1"/>
          </a:solidFill>
          <a:latin typeface="Calibri Light" panose="020F0302020204030204" pitchFamily="34" charset="0"/>
        </a:defRPr>
      </a:lvl2pPr>
      <a:lvl3pPr algn="l" defTabSz="1006475" rtl="0" eaLnBrk="0" fontAlgn="base" hangingPunct="0">
        <a:lnSpc>
          <a:spcPct val="90000"/>
        </a:lnSpc>
        <a:spcBef>
          <a:spcPct val="0"/>
        </a:spcBef>
        <a:spcAft>
          <a:spcPct val="0"/>
        </a:spcAft>
        <a:defRPr sz="4800">
          <a:solidFill>
            <a:schemeClr val="tx1"/>
          </a:solidFill>
          <a:latin typeface="Calibri Light" panose="020F0302020204030204" pitchFamily="34" charset="0"/>
        </a:defRPr>
      </a:lvl3pPr>
      <a:lvl4pPr algn="l" defTabSz="1006475" rtl="0" eaLnBrk="0" fontAlgn="base" hangingPunct="0">
        <a:lnSpc>
          <a:spcPct val="90000"/>
        </a:lnSpc>
        <a:spcBef>
          <a:spcPct val="0"/>
        </a:spcBef>
        <a:spcAft>
          <a:spcPct val="0"/>
        </a:spcAft>
        <a:defRPr sz="4800">
          <a:solidFill>
            <a:schemeClr val="tx1"/>
          </a:solidFill>
          <a:latin typeface="Calibri Light" panose="020F0302020204030204" pitchFamily="34" charset="0"/>
        </a:defRPr>
      </a:lvl4pPr>
      <a:lvl5pPr algn="l" defTabSz="1006475" rtl="0" eaLnBrk="0" fontAlgn="base" hangingPunct="0">
        <a:lnSpc>
          <a:spcPct val="90000"/>
        </a:lnSpc>
        <a:spcBef>
          <a:spcPct val="0"/>
        </a:spcBef>
        <a:spcAft>
          <a:spcPct val="0"/>
        </a:spcAft>
        <a:defRPr sz="4800">
          <a:solidFill>
            <a:schemeClr val="tx1"/>
          </a:solidFill>
          <a:latin typeface="Calibri Light" panose="020F0302020204030204" pitchFamily="34" charset="0"/>
        </a:defRPr>
      </a:lvl5pPr>
      <a:lvl6pPr marL="457200" algn="l" defTabSz="1006475" rtl="0" fontAlgn="base">
        <a:lnSpc>
          <a:spcPct val="90000"/>
        </a:lnSpc>
        <a:spcBef>
          <a:spcPct val="0"/>
        </a:spcBef>
        <a:spcAft>
          <a:spcPct val="0"/>
        </a:spcAft>
        <a:defRPr sz="4800">
          <a:solidFill>
            <a:schemeClr val="tx1"/>
          </a:solidFill>
          <a:latin typeface="Calibri Light" panose="020F0302020204030204" pitchFamily="34" charset="0"/>
        </a:defRPr>
      </a:lvl6pPr>
      <a:lvl7pPr marL="914400" algn="l" defTabSz="1006475" rtl="0" fontAlgn="base">
        <a:lnSpc>
          <a:spcPct val="90000"/>
        </a:lnSpc>
        <a:spcBef>
          <a:spcPct val="0"/>
        </a:spcBef>
        <a:spcAft>
          <a:spcPct val="0"/>
        </a:spcAft>
        <a:defRPr sz="4800">
          <a:solidFill>
            <a:schemeClr val="tx1"/>
          </a:solidFill>
          <a:latin typeface="Calibri Light" panose="020F0302020204030204" pitchFamily="34" charset="0"/>
        </a:defRPr>
      </a:lvl7pPr>
      <a:lvl8pPr marL="1371600" algn="l" defTabSz="1006475" rtl="0" fontAlgn="base">
        <a:lnSpc>
          <a:spcPct val="90000"/>
        </a:lnSpc>
        <a:spcBef>
          <a:spcPct val="0"/>
        </a:spcBef>
        <a:spcAft>
          <a:spcPct val="0"/>
        </a:spcAft>
        <a:defRPr sz="4800">
          <a:solidFill>
            <a:schemeClr val="tx1"/>
          </a:solidFill>
          <a:latin typeface="Calibri Light" panose="020F0302020204030204" pitchFamily="34" charset="0"/>
        </a:defRPr>
      </a:lvl8pPr>
      <a:lvl9pPr marL="1828800" algn="l" defTabSz="1006475" rtl="0" fontAlgn="base">
        <a:lnSpc>
          <a:spcPct val="90000"/>
        </a:lnSpc>
        <a:spcBef>
          <a:spcPct val="0"/>
        </a:spcBef>
        <a:spcAft>
          <a:spcPct val="0"/>
        </a:spcAft>
        <a:defRPr sz="4800">
          <a:solidFill>
            <a:schemeClr val="tx1"/>
          </a:solidFill>
          <a:latin typeface="Calibri Light" panose="020F0302020204030204" pitchFamily="34" charset="0"/>
        </a:defRPr>
      </a:lvl9pPr>
    </p:titleStyle>
    <p:bodyStyle>
      <a:lvl1pPr marL="250825" indent="-250825" algn="l" defTabSz="1006475" rtl="0" eaLnBrk="0" fontAlgn="base" hangingPunct="0">
        <a:lnSpc>
          <a:spcPct val="90000"/>
        </a:lnSpc>
        <a:spcBef>
          <a:spcPts val="1100"/>
        </a:spcBef>
        <a:spcAft>
          <a:spcPct val="0"/>
        </a:spcAft>
        <a:buFont typeface="Arial" panose="020B0604020202020204" pitchFamily="34" charset="0"/>
        <a:buChar char="•"/>
        <a:defRPr sz="3000" kern="1200">
          <a:solidFill>
            <a:schemeClr val="tx1"/>
          </a:solidFill>
          <a:latin typeface="+mn-lt"/>
          <a:ea typeface="+mn-ea"/>
          <a:cs typeface="+mn-cs"/>
        </a:defRPr>
      </a:lvl1pPr>
      <a:lvl2pPr marL="754063" indent="-250825" algn="l" defTabSz="1006475" rtl="0" eaLnBrk="0" fontAlgn="base" hangingPunct="0">
        <a:lnSpc>
          <a:spcPct val="90000"/>
        </a:lnSpc>
        <a:spcBef>
          <a:spcPts val="550"/>
        </a:spcBef>
        <a:spcAft>
          <a:spcPct val="0"/>
        </a:spcAft>
        <a:buFont typeface="Arial" panose="020B0604020202020204" pitchFamily="34" charset="0"/>
        <a:buChar char="•"/>
        <a:defRPr sz="2600" kern="1200">
          <a:solidFill>
            <a:schemeClr val="tx1"/>
          </a:solidFill>
          <a:latin typeface="+mn-lt"/>
          <a:ea typeface="+mn-ea"/>
          <a:cs typeface="+mn-cs"/>
        </a:defRPr>
      </a:lvl2pPr>
      <a:lvl3pPr marL="1258888" indent="-250825" algn="l" defTabSz="1006475" rtl="0" eaLnBrk="0" fontAlgn="base" hangingPunct="0">
        <a:lnSpc>
          <a:spcPct val="90000"/>
        </a:lnSpc>
        <a:spcBef>
          <a:spcPts val="550"/>
        </a:spcBef>
        <a:spcAft>
          <a:spcPct val="0"/>
        </a:spcAft>
        <a:buFont typeface="Arial" panose="020B0604020202020204" pitchFamily="34" charset="0"/>
        <a:buChar char="•"/>
        <a:defRPr sz="2200" kern="1200">
          <a:solidFill>
            <a:schemeClr val="tx1"/>
          </a:solidFill>
          <a:latin typeface="+mn-lt"/>
          <a:ea typeface="+mn-ea"/>
          <a:cs typeface="+mn-cs"/>
        </a:defRPr>
      </a:lvl3pPr>
      <a:lvl4pPr marL="1762125" indent="-250825" algn="l" defTabSz="1006475" rtl="0" eaLnBrk="0" fontAlgn="base" hangingPunct="0">
        <a:lnSpc>
          <a:spcPct val="90000"/>
        </a:lnSpc>
        <a:spcBef>
          <a:spcPts val="550"/>
        </a:spcBef>
        <a:spcAft>
          <a:spcPct val="0"/>
        </a:spcAft>
        <a:buFont typeface="Arial" panose="020B0604020202020204" pitchFamily="34" charset="0"/>
        <a:buChar char="•"/>
        <a:defRPr sz="1900" kern="1200">
          <a:solidFill>
            <a:schemeClr val="tx1"/>
          </a:solidFill>
          <a:latin typeface="+mn-lt"/>
          <a:ea typeface="+mn-ea"/>
          <a:cs typeface="+mn-cs"/>
        </a:defRPr>
      </a:lvl4pPr>
      <a:lvl5pPr marL="2265363" indent="-250825" algn="l" defTabSz="1006475" rtl="0" eaLnBrk="0" fontAlgn="base" hangingPunct="0">
        <a:lnSpc>
          <a:spcPct val="90000"/>
        </a:lnSpc>
        <a:spcBef>
          <a:spcPts val="550"/>
        </a:spcBef>
        <a:spcAft>
          <a:spcPct val="0"/>
        </a:spcAft>
        <a:buFont typeface="Arial" panose="020B0604020202020204" pitchFamily="34" charset="0"/>
        <a:buChar char="•"/>
        <a:defRPr sz="1900" kern="1200">
          <a:solidFill>
            <a:schemeClr val="tx1"/>
          </a:solidFill>
          <a:latin typeface="+mn-lt"/>
          <a:ea typeface="+mn-ea"/>
          <a:cs typeface="+mn-cs"/>
        </a:defRPr>
      </a:lvl5pPr>
      <a:lvl6pPr marL="2770586" indent="-251871" algn="l" defTabSz="1007486" rtl="0" eaLnBrk="1" latinLnBrk="0" hangingPunct="1">
        <a:lnSpc>
          <a:spcPct val="90000"/>
        </a:lnSpc>
        <a:spcBef>
          <a:spcPts val="551"/>
        </a:spcBef>
        <a:buFont typeface="Arial" panose="020B0604020202020204" pitchFamily="34" charset="0"/>
        <a:buChar char="•"/>
        <a:defRPr sz="1983" kern="1200">
          <a:solidFill>
            <a:schemeClr val="tx1"/>
          </a:solidFill>
          <a:latin typeface="+mn-lt"/>
          <a:ea typeface="+mn-ea"/>
          <a:cs typeface="+mn-cs"/>
        </a:defRPr>
      </a:lvl6pPr>
      <a:lvl7pPr marL="3274329" indent="-251871" algn="l" defTabSz="1007486" rtl="0" eaLnBrk="1" latinLnBrk="0" hangingPunct="1">
        <a:lnSpc>
          <a:spcPct val="90000"/>
        </a:lnSpc>
        <a:spcBef>
          <a:spcPts val="551"/>
        </a:spcBef>
        <a:buFont typeface="Arial" panose="020B0604020202020204" pitchFamily="34" charset="0"/>
        <a:buChar char="•"/>
        <a:defRPr sz="1983" kern="1200">
          <a:solidFill>
            <a:schemeClr val="tx1"/>
          </a:solidFill>
          <a:latin typeface="+mn-lt"/>
          <a:ea typeface="+mn-ea"/>
          <a:cs typeface="+mn-cs"/>
        </a:defRPr>
      </a:lvl7pPr>
      <a:lvl8pPr marL="3778072" indent="-251871" algn="l" defTabSz="1007486" rtl="0" eaLnBrk="1" latinLnBrk="0" hangingPunct="1">
        <a:lnSpc>
          <a:spcPct val="90000"/>
        </a:lnSpc>
        <a:spcBef>
          <a:spcPts val="551"/>
        </a:spcBef>
        <a:buFont typeface="Arial" panose="020B0604020202020204" pitchFamily="34" charset="0"/>
        <a:buChar char="•"/>
        <a:defRPr sz="1983" kern="1200">
          <a:solidFill>
            <a:schemeClr val="tx1"/>
          </a:solidFill>
          <a:latin typeface="+mn-lt"/>
          <a:ea typeface="+mn-ea"/>
          <a:cs typeface="+mn-cs"/>
        </a:defRPr>
      </a:lvl8pPr>
      <a:lvl9pPr marL="4281815" indent="-251871" algn="l" defTabSz="1007486" rtl="0" eaLnBrk="1" latinLnBrk="0" hangingPunct="1">
        <a:lnSpc>
          <a:spcPct val="90000"/>
        </a:lnSpc>
        <a:spcBef>
          <a:spcPts val="551"/>
        </a:spcBef>
        <a:buFont typeface="Arial" panose="020B0604020202020204" pitchFamily="34" charset="0"/>
        <a:buChar char="•"/>
        <a:defRPr sz="1983" kern="1200">
          <a:solidFill>
            <a:schemeClr val="tx1"/>
          </a:solidFill>
          <a:latin typeface="+mn-lt"/>
          <a:ea typeface="+mn-ea"/>
          <a:cs typeface="+mn-cs"/>
        </a:defRPr>
      </a:lvl9pPr>
    </p:bodyStyle>
    <p:otherStyle>
      <a:defPPr>
        <a:defRPr lang="en-US"/>
      </a:defPPr>
      <a:lvl1pPr marL="0" algn="l" defTabSz="1007486" rtl="0" eaLnBrk="1" latinLnBrk="0" hangingPunct="1">
        <a:defRPr sz="1983" kern="1200">
          <a:solidFill>
            <a:schemeClr val="tx1"/>
          </a:solidFill>
          <a:latin typeface="+mn-lt"/>
          <a:ea typeface="+mn-ea"/>
          <a:cs typeface="+mn-cs"/>
        </a:defRPr>
      </a:lvl1pPr>
      <a:lvl2pPr marL="503743" algn="l" defTabSz="1007486" rtl="0" eaLnBrk="1" latinLnBrk="0" hangingPunct="1">
        <a:defRPr sz="1983" kern="1200">
          <a:solidFill>
            <a:schemeClr val="tx1"/>
          </a:solidFill>
          <a:latin typeface="+mn-lt"/>
          <a:ea typeface="+mn-ea"/>
          <a:cs typeface="+mn-cs"/>
        </a:defRPr>
      </a:lvl2pPr>
      <a:lvl3pPr marL="1007486" algn="l" defTabSz="1007486" rtl="0" eaLnBrk="1" latinLnBrk="0" hangingPunct="1">
        <a:defRPr sz="1983" kern="1200">
          <a:solidFill>
            <a:schemeClr val="tx1"/>
          </a:solidFill>
          <a:latin typeface="+mn-lt"/>
          <a:ea typeface="+mn-ea"/>
          <a:cs typeface="+mn-cs"/>
        </a:defRPr>
      </a:lvl3pPr>
      <a:lvl4pPr marL="1511229" algn="l" defTabSz="1007486" rtl="0" eaLnBrk="1" latinLnBrk="0" hangingPunct="1">
        <a:defRPr sz="1983" kern="1200">
          <a:solidFill>
            <a:schemeClr val="tx1"/>
          </a:solidFill>
          <a:latin typeface="+mn-lt"/>
          <a:ea typeface="+mn-ea"/>
          <a:cs typeface="+mn-cs"/>
        </a:defRPr>
      </a:lvl4pPr>
      <a:lvl5pPr marL="2014972" algn="l" defTabSz="1007486" rtl="0" eaLnBrk="1" latinLnBrk="0" hangingPunct="1">
        <a:defRPr sz="1983" kern="1200">
          <a:solidFill>
            <a:schemeClr val="tx1"/>
          </a:solidFill>
          <a:latin typeface="+mn-lt"/>
          <a:ea typeface="+mn-ea"/>
          <a:cs typeface="+mn-cs"/>
        </a:defRPr>
      </a:lvl5pPr>
      <a:lvl6pPr marL="2518715" algn="l" defTabSz="1007486" rtl="0" eaLnBrk="1" latinLnBrk="0" hangingPunct="1">
        <a:defRPr sz="1983" kern="1200">
          <a:solidFill>
            <a:schemeClr val="tx1"/>
          </a:solidFill>
          <a:latin typeface="+mn-lt"/>
          <a:ea typeface="+mn-ea"/>
          <a:cs typeface="+mn-cs"/>
        </a:defRPr>
      </a:lvl6pPr>
      <a:lvl7pPr marL="3022458" algn="l" defTabSz="1007486" rtl="0" eaLnBrk="1" latinLnBrk="0" hangingPunct="1">
        <a:defRPr sz="1983" kern="1200">
          <a:solidFill>
            <a:schemeClr val="tx1"/>
          </a:solidFill>
          <a:latin typeface="+mn-lt"/>
          <a:ea typeface="+mn-ea"/>
          <a:cs typeface="+mn-cs"/>
        </a:defRPr>
      </a:lvl7pPr>
      <a:lvl8pPr marL="3526201" algn="l" defTabSz="1007486" rtl="0" eaLnBrk="1" latinLnBrk="0" hangingPunct="1">
        <a:defRPr sz="1983" kern="1200">
          <a:solidFill>
            <a:schemeClr val="tx1"/>
          </a:solidFill>
          <a:latin typeface="+mn-lt"/>
          <a:ea typeface="+mn-ea"/>
          <a:cs typeface="+mn-cs"/>
        </a:defRPr>
      </a:lvl8pPr>
      <a:lvl9pPr marL="4029944" algn="l" defTabSz="1007486" rtl="0" eaLnBrk="1" latinLnBrk="0" hangingPunct="1">
        <a:defRPr sz="198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image" Target="../media/image2.jpeg" /><Relationship Id="rId1" Type="http://schemas.openxmlformats.org/officeDocument/2006/relationships/slideLayout" Target="../slideLayouts/slideLayout1.xml" /><Relationship Id="rId4" Type="http://schemas.openxmlformats.org/officeDocument/2006/relationships/image" Target="../media/image4.jpeg" /></Relationships>
</file>

<file path=ppt/slides/_rels/slide2.xml.rels><?xml version="1.0" encoding="UTF-8" standalone="yes"?>
<Relationships xmlns="http://schemas.openxmlformats.org/package/2006/relationships"><Relationship Id="rId3" Type="http://schemas.openxmlformats.org/officeDocument/2006/relationships/image" Target="../media/image5.png" /><Relationship Id="rId2" Type="http://schemas.openxmlformats.org/officeDocument/2006/relationships/hyperlink" Target="http://www.agh.edu.pl/" TargetMode="External" /><Relationship Id="rId1" Type="http://schemas.openxmlformats.org/officeDocument/2006/relationships/slideLayout" Target="../slideLayouts/slideLayout13.xml" /><Relationship Id="rId4" Type="http://schemas.openxmlformats.org/officeDocument/2006/relationships/image" Target="../media/image6.png" /></Relationships>
</file>

<file path=ppt/slides/_rels/slide3.xml.rels><?xml version="1.0" encoding="UTF-8" standalone="yes"?>
<Relationships xmlns="http://schemas.openxmlformats.org/package/2006/relationships"><Relationship Id="rId3" Type="http://schemas.openxmlformats.org/officeDocument/2006/relationships/image" Target="../media/image7.png" /><Relationship Id="rId2" Type="http://schemas.openxmlformats.org/officeDocument/2006/relationships/hyperlink" Target="http://www.agh.edu.pl/" TargetMode="External" /><Relationship Id="rId1" Type="http://schemas.openxmlformats.org/officeDocument/2006/relationships/slideLayout" Target="../slideLayouts/slideLayout13.xml" /></Relationships>
</file>

<file path=ppt/slides/_rels/slide4.xml.rels><?xml version="1.0" encoding="UTF-8" standalone="yes"?>
<Relationships xmlns="http://schemas.openxmlformats.org/package/2006/relationships"><Relationship Id="rId3" Type="http://schemas.openxmlformats.org/officeDocument/2006/relationships/image" Target="../media/image7.png" /><Relationship Id="rId2" Type="http://schemas.openxmlformats.org/officeDocument/2006/relationships/hyperlink" Target="http://www.agh.edu.pl/" TargetMode="External" /><Relationship Id="rId1" Type="http://schemas.openxmlformats.org/officeDocument/2006/relationships/slideLayout" Target="../slideLayouts/slideLayout13.xml" /></Relationships>
</file>

<file path=ppt/slides/_rels/slide5.xml.rels><?xml version="1.0" encoding="UTF-8" standalone="yes"?>
<Relationships xmlns="http://schemas.openxmlformats.org/package/2006/relationships"><Relationship Id="rId3" Type="http://schemas.openxmlformats.org/officeDocument/2006/relationships/hyperlink" Target="http://www.agh.edu.pl/" TargetMode="External" /><Relationship Id="rId2" Type="http://schemas.openxmlformats.org/officeDocument/2006/relationships/notesSlide" Target="../notesSlides/notesSlide1.xml" /><Relationship Id="rId1" Type="http://schemas.openxmlformats.org/officeDocument/2006/relationships/slideLayout" Target="../slideLayouts/slideLayout13.xml" /><Relationship Id="rId5" Type="http://schemas.openxmlformats.org/officeDocument/2006/relationships/image" Target="../media/image9.png" /><Relationship Id="rId4" Type="http://schemas.openxmlformats.org/officeDocument/2006/relationships/image" Target="../media/image8.png" /></Relationships>
</file>

<file path=ppt/slides/_rels/slide6.xml.rels><?xml version="1.0" encoding="UTF-8" standalone="yes"?>
<Relationships xmlns="http://schemas.openxmlformats.org/package/2006/relationships"><Relationship Id="rId3" Type="http://schemas.openxmlformats.org/officeDocument/2006/relationships/hyperlink" Target="http://www.agh.edu.pl/" TargetMode="External" /><Relationship Id="rId2" Type="http://schemas.openxmlformats.org/officeDocument/2006/relationships/notesSlide" Target="../notesSlides/notesSlide2.xml" /><Relationship Id="rId1" Type="http://schemas.openxmlformats.org/officeDocument/2006/relationships/slideLayout" Target="../slideLayouts/slideLayout13.xml" /><Relationship Id="rId4" Type="http://schemas.openxmlformats.org/officeDocument/2006/relationships/image" Target="../media/image10.png" /></Relationships>
</file>

<file path=ppt/slides/_rels/slide7.xml.rels><?xml version="1.0" encoding="UTF-8" standalone="yes"?>
<Relationships xmlns="http://schemas.openxmlformats.org/package/2006/relationships"><Relationship Id="rId3" Type="http://schemas.openxmlformats.org/officeDocument/2006/relationships/hyperlink" Target="http://www.agh.edu.pl/" TargetMode="External" /><Relationship Id="rId2" Type="http://schemas.openxmlformats.org/officeDocument/2006/relationships/notesSlide" Target="../notesSlides/notesSlide3.xml" /><Relationship Id="rId1" Type="http://schemas.openxmlformats.org/officeDocument/2006/relationships/slideLayout" Target="../slideLayouts/slideLayout13.xml" /><Relationship Id="rId4" Type="http://schemas.openxmlformats.org/officeDocument/2006/relationships/image" Target="../media/image11.png" /></Relationships>
</file>

<file path=ppt/slides/_rels/slide8.xml.rels><?xml version="1.0" encoding="UTF-8" standalone="yes"?>
<Relationships xmlns="http://schemas.openxmlformats.org/package/2006/relationships"><Relationship Id="rId3" Type="http://schemas.openxmlformats.org/officeDocument/2006/relationships/hyperlink" Target="http://www.agh.edu.pl/" TargetMode="External" /><Relationship Id="rId2" Type="http://schemas.openxmlformats.org/officeDocument/2006/relationships/notesSlide" Target="../notesSlides/notesSlide4.xml" /><Relationship Id="rId1" Type="http://schemas.openxmlformats.org/officeDocument/2006/relationships/slideLayout" Target="../slideLayouts/slideLayout13.xml" /><Relationship Id="rId5" Type="http://schemas.openxmlformats.org/officeDocument/2006/relationships/image" Target="../media/image12.png" /><Relationship Id="rId4" Type="http://schemas.openxmlformats.org/officeDocument/2006/relationships/image" Target="../media/image11.png" /></Relationships>
</file>

<file path=ppt/slides/_rels/slide9.xml.rels><?xml version="1.0" encoding="UTF-8" standalone="yes"?>
<Relationships xmlns="http://schemas.openxmlformats.org/package/2006/relationships"><Relationship Id="rId3" Type="http://schemas.openxmlformats.org/officeDocument/2006/relationships/hyperlink" Target="http://www.agh.edu.pl/" TargetMode="External" /><Relationship Id="rId2" Type="http://schemas.openxmlformats.org/officeDocument/2006/relationships/notesSlide" Target="../notesSlides/notesSlide5.xml" /><Relationship Id="rId1" Type="http://schemas.openxmlformats.org/officeDocument/2006/relationships/slideLayout" Target="../slideLayouts/slideLayout13.xml" /><Relationship Id="rId4" Type="http://schemas.openxmlformats.org/officeDocument/2006/relationships/image" Target="../media/image13.png"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 /></Relationships>
</file>

<file path=ppt/slides/_rels/slide11.xml.rels><?xml version="1.0" encoding="UTF-8" standalone="yes"?>
<Relationships xmlns="http://schemas.openxmlformats.org/package/2006/relationships"><Relationship Id="rId3" Type="http://schemas.openxmlformats.org/officeDocument/2006/relationships/image" Target="../media/image14.png" /><Relationship Id="rId2" Type="http://schemas.openxmlformats.org/officeDocument/2006/relationships/notesSlide" Target="../notesSlides/notesSlide6.xml" /><Relationship Id="rId1" Type="http://schemas.openxmlformats.org/officeDocument/2006/relationships/slideLayout" Target="../slideLayouts/slideLayout13.xml" /></Relationships>
</file>

<file path=ppt/slides/_rels/slide12.xml.rels><?xml version="1.0" encoding="UTF-8" standalone="yes"?>
<Relationships xmlns="http://schemas.openxmlformats.org/package/2006/relationships"><Relationship Id="rId2" Type="http://schemas.openxmlformats.org/officeDocument/2006/relationships/image" Target="../media/image15.png" /><Relationship Id="rId1" Type="http://schemas.openxmlformats.org/officeDocument/2006/relationships/slideLayout" Target="../slideLayouts/slideLayout13.xml" /></Relationships>
</file>

<file path=ppt/slides/_rels/slide13.xml.rels><?xml version="1.0" encoding="UTF-8" standalone="yes"?>
<Relationships xmlns="http://schemas.openxmlformats.org/package/2006/relationships"><Relationship Id="rId3" Type="http://schemas.openxmlformats.org/officeDocument/2006/relationships/hyperlink" Target="http://www.agh.edu.pl/" TargetMode="External" /><Relationship Id="rId2" Type="http://schemas.openxmlformats.org/officeDocument/2006/relationships/notesSlide" Target="../notesSlides/notesSlide7.xml" /><Relationship Id="rId1" Type="http://schemas.openxmlformats.org/officeDocument/2006/relationships/slideLayout" Target="../slideLayouts/slideLayout13.xml" /><Relationship Id="rId4" Type="http://schemas.openxmlformats.org/officeDocument/2006/relationships/image" Target="../media/image16.png" /></Relationships>
</file>

<file path=ppt/slides/_rels/slide14.xml.rels><?xml version="1.0" encoding="UTF-8" standalone="yes"?>
<Relationships xmlns="http://schemas.openxmlformats.org/package/2006/relationships"><Relationship Id="rId3" Type="http://schemas.openxmlformats.org/officeDocument/2006/relationships/hyperlink" Target="http://www.agh.edu.pl/" TargetMode="External" /><Relationship Id="rId2" Type="http://schemas.openxmlformats.org/officeDocument/2006/relationships/notesSlide" Target="../notesSlides/notesSlide8.xml" /><Relationship Id="rId1" Type="http://schemas.openxmlformats.org/officeDocument/2006/relationships/slideLayout" Target="../slideLayouts/slideLayout13.xml" /><Relationship Id="rId4" Type="http://schemas.openxmlformats.org/officeDocument/2006/relationships/image" Target="../media/image17.png" /></Relationships>
</file>

<file path=ppt/slides/_rels/slide15.xml.rels><?xml version="1.0" encoding="UTF-8" standalone="yes"?>
<Relationships xmlns="http://schemas.openxmlformats.org/package/2006/relationships"><Relationship Id="rId3" Type="http://schemas.openxmlformats.org/officeDocument/2006/relationships/hyperlink" Target="http://www.agh.edu.pl/" TargetMode="External" /><Relationship Id="rId2" Type="http://schemas.openxmlformats.org/officeDocument/2006/relationships/notesSlide" Target="../notesSlides/notesSlide9.xml" /><Relationship Id="rId1" Type="http://schemas.openxmlformats.org/officeDocument/2006/relationships/slideLayout" Target="../slideLayouts/slideLayout13.xml" /><Relationship Id="rId4" Type="http://schemas.openxmlformats.org/officeDocument/2006/relationships/image" Target="../media/image18.jpeg" /></Relationships>
</file>

<file path=ppt/slides/_rels/slide16.xml.rels><?xml version="1.0" encoding="UTF-8" standalone="yes"?>
<Relationships xmlns="http://schemas.openxmlformats.org/package/2006/relationships"><Relationship Id="rId3" Type="http://schemas.openxmlformats.org/officeDocument/2006/relationships/image" Target="../media/image19.png" /><Relationship Id="rId2" Type="http://schemas.openxmlformats.org/officeDocument/2006/relationships/hyperlink" Target="http://www.agh.edu.pl/" TargetMode="External" /><Relationship Id="rId1" Type="http://schemas.openxmlformats.org/officeDocument/2006/relationships/slideLayout" Target="../slideLayouts/slideLayout13.xml" /></Relationships>
</file>

<file path=ppt/slides/_rels/slide17.xml.rels><?xml version="1.0" encoding="UTF-8" standalone="yes"?>
<Relationships xmlns="http://schemas.openxmlformats.org/package/2006/relationships"><Relationship Id="rId3" Type="http://schemas.openxmlformats.org/officeDocument/2006/relationships/image" Target="../media/image20.jpeg" /><Relationship Id="rId2" Type="http://schemas.openxmlformats.org/officeDocument/2006/relationships/notesSlide" Target="../notesSlides/notesSlide10.xml" /><Relationship Id="rId1" Type="http://schemas.openxmlformats.org/officeDocument/2006/relationships/slideLayout" Target="../slideLayouts/slideLayout13.xml" /></Relationships>
</file>

<file path=ppt/slides/_rels/slide18.xml.rels><?xml version="1.0" encoding="UTF-8" standalone="yes"?>
<Relationships xmlns="http://schemas.openxmlformats.org/package/2006/relationships"><Relationship Id="rId3" Type="http://schemas.openxmlformats.org/officeDocument/2006/relationships/image" Target="../media/image21.png" /><Relationship Id="rId2" Type="http://schemas.openxmlformats.org/officeDocument/2006/relationships/notesSlide" Target="../notesSlides/notesSlide11.xml" /><Relationship Id="rId1" Type="http://schemas.openxmlformats.org/officeDocument/2006/relationships/slideLayout" Target="../slideLayouts/slideLayout13.xml" /></Relationships>
</file>

<file path=ppt/slides/_rels/slide19.xml.rels><?xml version="1.0" encoding="UTF-8" standalone="yes"?>
<Relationships xmlns="http://schemas.openxmlformats.org/package/2006/relationships"><Relationship Id="rId3" Type="http://schemas.openxmlformats.org/officeDocument/2006/relationships/image" Target="../media/image22.png" /><Relationship Id="rId2" Type="http://schemas.openxmlformats.org/officeDocument/2006/relationships/notesSlide" Target="../notesSlides/notesSlide12.xml" /><Relationship Id="rId1" Type="http://schemas.openxmlformats.org/officeDocument/2006/relationships/slideLayout" Target="../slideLayouts/slideLayout13.xml" /></Relationships>
</file>

<file path=ppt/slides/_rels/slide20.xml.rels><?xml version="1.0" encoding="UTF-8" standalone="yes"?>
<Relationships xmlns="http://schemas.openxmlformats.org/package/2006/relationships"><Relationship Id="rId3" Type="http://schemas.openxmlformats.org/officeDocument/2006/relationships/image" Target="../media/image23.jpeg" /><Relationship Id="rId2" Type="http://schemas.openxmlformats.org/officeDocument/2006/relationships/notesSlide" Target="../notesSlides/notesSlide13.xml" /><Relationship Id="rId1" Type="http://schemas.openxmlformats.org/officeDocument/2006/relationships/slideLayout" Target="../slideLayouts/slideLayout13.xml" /></Relationships>
</file>

<file path=ppt/slides/_rels/slide21.xml.rels><?xml version="1.0" encoding="UTF-8" standalone="yes"?>
<Relationships xmlns="http://schemas.openxmlformats.org/package/2006/relationships"><Relationship Id="rId3" Type="http://schemas.openxmlformats.org/officeDocument/2006/relationships/image" Target="../media/image24.png" /><Relationship Id="rId2" Type="http://schemas.openxmlformats.org/officeDocument/2006/relationships/notesSlide" Target="../notesSlides/notesSlide14.xml" /><Relationship Id="rId1" Type="http://schemas.openxmlformats.org/officeDocument/2006/relationships/slideLayout" Target="../slideLayouts/slideLayout13.xml" /></Relationships>
</file>

<file path=ppt/slides/_rels/slide22.xml.rels><?xml version="1.0" encoding="UTF-8" standalone="yes"?>
<Relationships xmlns="http://schemas.openxmlformats.org/package/2006/relationships"><Relationship Id="rId3" Type="http://schemas.openxmlformats.org/officeDocument/2006/relationships/image" Target="../media/image25.png" /><Relationship Id="rId2" Type="http://schemas.openxmlformats.org/officeDocument/2006/relationships/notesSlide" Target="../notesSlides/notesSlide15.xml" /><Relationship Id="rId1" Type="http://schemas.openxmlformats.org/officeDocument/2006/relationships/slideLayout" Target="../slideLayouts/slideLayout13.xml" /></Relationships>
</file>

<file path=ppt/slides/_rels/slide23.xml.rels><?xml version="1.0" encoding="UTF-8" standalone="yes"?>
<Relationships xmlns="http://schemas.openxmlformats.org/package/2006/relationships"><Relationship Id="rId3" Type="http://schemas.openxmlformats.org/officeDocument/2006/relationships/image" Target="../media/image26.png" /><Relationship Id="rId2" Type="http://schemas.openxmlformats.org/officeDocument/2006/relationships/notesSlide" Target="../notesSlides/notesSlide16.xml" /><Relationship Id="rId1" Type="http://schemas.openxmlformats.org/officeDocument/2006/relationships/slideLayout" Target="../slideLayouts/slideLayout13.xml" /></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 /><Relationship Id="rId1" Type="http://schemas.openxmlformats.org/officeDocument/2006/relationships/slideLayout" Target="../slideLayouts/slideLayout13.xml" /></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 /><Relationship Id="rId1" Type="http://schemas.openxmlformats.org/officeDocument/2006/relationships/slideLayout" Target="../slideLayouts/slideLayout13.xml" /></Relationships>
</file>

<file path=ppt/slides/_rels/slide26.xml.rels><?xml version="1.0" encoding="UTF-8" standalone="yes"?>
<Relationships xmlns="http://schemas.openxmlformats.org/package/2006/relationships"><Relationship Id="rId3" Type="http://schemas.openxmlformats.org/officeDocument/2006/relationships/image" Target="../media/image27.png" /><Relationship Id="rId2" Type="http://schemas.openxmlformats.org/officeDocument/2006/relationships/notesSlide" Target="../notesSlides/notesSlide19.xml" /><Relationship Id="rId1" Type="http://schemas.openxmlformats.org/officeDocument/2006/relationships/slideLayout" Target="../slideLayouts/slideLayout13.xml" /></Relationships>
</file>

<file path=ppt/slides/_rels/slide27.xml.rels><?xml version="1.0" encoding="UTF-8" standalone="yes"?>
<Relationships xmlns="http://schemas.openxmlformats.org/package/2006/relationships"><Relationship Id="rId3" Type="http://schemas.openxmlformats.org/officeDocument/2006/relationships/image" Target="../media/image28.jpeg" /><Relationship Id="rId2" Type="http://schemas.openxmlformats.org/officeDocument/2006/relationships/notesSlide" Target="../notesSlides/notesSlide20.xml" /><Relationship Id="rId1" Type="http://schemas.openxmlformats.org/officeDocument/2006/relationships/slideLayout" Target="../slideLayouts/slideLayout13.xml" /></Relationships>
</file>

<file path=ppt/slides/_rels/slide28.xml.rels><?xml version="1.0" encoding="UTF-8" standalone="yes"?>
<Relationships xmlns="http://schemas.openxmlformats.org/package/2006/relationships"><Relationship Id="rId3" Type="http://schemas.openxmlformats.org/officeDocument/2006/relationships/image" Target="../media/image29.png" /><Relationship Id="rId2" Type="http://schemas.openxmlformats.org/officeDocument/2006/relationships/notesSlide" Target="../notesSlides/notesSlide21.xml" /><Relationship Id="rId1" Type="http://schemas.openxmlformats.org/officeDocument/2006/relationships/slideLayout" Target="../slideLayouts/slideLayout13.xml" /></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2.xml" /><Relationship Id="rId1" Type="http://schemas.openxmlformats.org/officeDocument/2006/relationships/slideLayout" Target="../slideLayouts/slideLayout13.xml" /></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3.xml" /><Relationship Id="rId1" Type="http://schemas.openxmlformats.org/officeDocument/2006/relationships/slideLayout" Target="../slideLayouts/slideLayout13.xml" /></Relationships>
</file>

<file path=ppt/slides/_rels/slide31.xml.rels><?xml version="1.0" encoding="UTF-8" standalone="yes"?>
<Relationships xmlns="http://schemas.openxmlformats.org/package/2006/relationships"><Relationship Id="rId3" Type="http://schemas.openxmlformats.org/officeDocument/2006/relationships/image" Target="../media/image30.png" /><Relationship Id="rId2" Type="http://schemas.openxmlformats.org/officeDocument/2006/relationships/notesSlide" Target="../notesSlides/notesSlide24.xml" /><Relationship Id="rId1" Type="http://schemas.openxmlformats.org/officeDocument/2006/relationships/slideLayout" Target="../slideLayouts/slideLayout13.xml" /><Relationship Id="rId4" Type="http://schemas.openxmlformats.org/officeDocument/2006/relationships/image" Target="../media/image31.png" /></Relationships>
</file>

<file path=ppt/slides/_rels/slide32.xml.rels><?xml version="1.0" encoding="UTF-8" standalone="yes"?>
<Relationships xmlns="http://schemas.openxmlformats.org/package/2006/relationships"><Relationship Id="rId3" Type="http://schemas.openxmlformats.org/officeDocument/2006/relationships/hyperlink" Target="http://www.agh.edu.pl/" TargetMode="External" /><Relationship Id="rId2" Type="http://schemas.openxmlformats.org/officeDocument/2006/relationships/notesSlide" Target="../notesSlides/notesSlide25.xml" /><Relationship Id="rId1" Type="http://schemas.openxmlformats.org/officeDocument/2006/relationships/slideLayout" Target="../slideLayouts/slideLayout13.xml" /><Relationship Id="rId4" Type="http://schemas.openxmlformats.org/officeDocument/2006/relationships/image" Target="../media/image32.jpeg" /></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 /></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 /></Relationships>
</file>

<file path=ppt/slides/_rels/slide35.xml.rels><?xml version="1.0" encoding="UTF-8" standalone="yes"?>
<Relationships xmlns="http://schemas.openxmlformats.org/package/2006/relationships"><Relationship Id="rId3" Type="http://schemas.openxmlformats.org/officeDocument/2006/relationships/hyperlink" Target="https://ccom.unh.edu/theme/sonar-capabilities" TargetMode="External" /><Relationship Id="rId7" Type="http://schemas.openxmlformats.org/officeDocument/2006/relationships/hyperlink" Target="https://apps.dtic.mil/sti/tr/pdf/ADA181688.pdf" TargetMode="External" /><Relationship Id="rId2" Type="http://schemas.openxmlformats.org/officeDocument/2006/relationships/hyperlink" Target="http://www.agh.edu.pl/" TargetMode="External" /><Relationship Id="rId1" Type="http://schemas.openxmlformats.org/officeDocument/2006/relationships/slideLayout" Target="../slideLayouts/slideLayout13.xml" /><Relationship Id="rId6" Type="http://schemas.openxmlformats.org/officeDocument/2006/relationships/hyperlink" Target="https://download.exail.com/seapix/Manuals/SSD-C1306A_SeapiX-IM.pdf" TargetMode="External" /><Relationship Id="rId5" Type="http://schemas.openxmlformats.org/officeDocument/2006/relationships/hyperlink" Target="https://academic.oup.com/icesjms/article/81/7/1424/7628496" TargetMode="External" /><Relationship Id="rId4" Type="http://schemas.openxmlformats.org/officeDocument/2006/relationships/hyperlink" Target="https://oceanexplorer.noaa.gov/technology/sonar/split-beam.html" TargetMode="External" /></Relationships>
</file>

<file path=ppt/slides/_rels/slide36.xml.rels><?xml version="1.0" encoding="UTF-8" standalone="yes"?>
<Relationships xmlns="http://schemas.openxmlformats.org/package/2006/relationships"><Relationship Id="rId2" Type="http://schemas.openxmlformats.org/officeDocument/2006/relationships/hyperlink" Target="http://www.agh.edu.pl/" TargetMode="External" /><Relationship Id="rId1" Type="http://schemas.openxmlformats.org/officeDocument/2006/relationships/slideLayout" Target="../slideLayouts/slideLayout13.xml" /></Relationships>
</file>

<file path=ppt/slides/slide1.xml><?xml version="1.0" encoding="utf-8"?>
<p:sld xmlns:a="http://schemas.openxmlformats.org/drawingml/2006/main" xmlns:r="http://schemas.openxmlformats.org/officeDocument/2006/relationships" xmlns:p="http://schemas.openxmlformats.org/presentationml/2006/main">
  <p:cSld>
    <p:bg bwMode="auto">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5122" name="Rectangle 1">
            <a:extLst>
              <a:ext uri="{FF2B5EF4-FFF2-40B4-BE49-F238E27FC236}">
                <a16:creationId xmlns:a16="http://schemas.microsoft.com/office/drawing/2014/main" id="{F9918B1A-F433-5034-226F-5A7B8785FB69}"/>
              </a:ext>
            </a:extLst>
          </p:cNvPr>
          <p:cNvSpPr>
            <a:spLocks/>
          </p:cNvSpPr>
          <p:nvPr/>
        </p:nvSpPr>
        <p:spPr bwMode="auto">
          <a:xfrm>
            <a:off x="3509963" y="1828800"/>
            <a:ext cx="6172200" cy="1077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45720" rIns="45720">
            <a:spAutoFit/>
          </a:bodyPr>
          <a:lstStyle>
            <a:lvl1pPr>
              <a:defRPr sz="2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2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2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2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2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a:r>
              <a:rPr lang="pl-PL" altLang="en-US" sz="3200">
                <a:latin typeface="Times New Roman" panose="02020603050405020304" pitchFamily="18" charset="0"/>
                <a:cs typeface="Times New Roman" panose="02020603050405020304" pitchFamily="18" charset="0"/>
              </a:rPr>
              <a:t>Projekt urządzenia do skanowania powierzchni podwodnych</a:t>
            </a:r>
            <a:endParaRPr lang="en-US" altLang="pl-PL" sz="3200"/>
          </a:p>
        </p:txBody>
      </p:sp>
      <p:sp>
        <p:nvSpPr>
          <p:cNvPr id="5123" name="Rectangle 2">
            <a:extLst>
              <a:ext uri="{FF2B5EF4-FFF2-40B4-BE49-F238E27FC236}">
                <a16:creationId xmlns:a16="http://schemas.microsoft.com/office/drawing/2014/main" id="{BED88773-34FF-5715-264E-12601F55D8C3}"/>
              </a:ext>
            </a:extLst>
          </p:cNvPr>
          <p:cNvSpPr>
            <a:spLocks/>
          </p:cNvSpPr>
          <p:nvPr/>
        </p:nvSpPr>
        <p:spPr bwMode="auto">
          <a:xfrm>
            <a:off x="3508375" y="2906713"/>
            <a:ext cx="1117600" cy="3381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45720" rIns="45720">
            <a:spAutoFit/>
          </a:bodyPr>
          <a:lstStyle>
            <a:lvl1pPr>
              <a:defRPr sz="2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2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2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2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2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a:r>
              <a:rPr lang="pl-PL" altLang="pl-PL" sz="1600">
                <a:solidFill>
                  <a:srgbClr val="808080"/>
                </a:solidFill>
              </a:rPr>
              <a:t>16.10.2025</a:t>
            </a:r>
            <a:endParaRPr lang="en-US" altLang="pl-PL" sz="1600">
              <a:solidFill>
                <a:srgbClr val="808080"/>
              </a:solidFill>
            </a:endParaRPr>
          </a:p>
        </p:txBody>
      </p:sp>
      <p:sp>
        <p:nvSpPr>
          <p:cNvPr id="5124" name="Rectangle 3">
            <a:extLst>
              <a:ext uri="{FF2B5EF4-FFF2-40B4-BE49-F238E27FC236}">
                <a16:creationId xmlns:a16="http://schemas.microsoft.com/office/drawing/2014/main" id="{A7E60247-E94E-65E4-BBBA-3BDC4AC33C83}"/>
              </a:ext>
            </a:extLst>
          </p:cNvPr>
          <p:cNvSpPr>
            <a:spLocks/>
          </p:cNvSpPr>
          <p:nvPr/>
        </p:nvSpPr>
        <p:spPr bwMode="auto">
          <a:xfrm>
            <a:off x="3508375" y="3408363"/>
            <a:ext cx="6173788"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45720" rIns="45720">
            <a:spAutoFit/>
          </a:bodyPr>
          <a:lstStyle>
            <a:lvl1pPr>
              <a:defRPr sz="2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2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2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2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2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a:r>
              <a:rPr lang="en-US" altLang="pl-PL" sz="1200">
                <a:latin typeface="FagoNoBoldCE-Caps"/>
                <a:sym typeface="FagoNoBoldCE-Caps"/>
              </a:rPr>
              <a:t>Akademia Górniczo-Hu</a:t>
            </a:r>
            <a:r>
              <a:rPr lang="pl-PL" altLang="pl-PL" sz="1200">
                <a:latin typeface="FagoNoBoldCE-Caps"/>
                <a:sym typeface="FagoNoBoldCE-Caps"/>
              </a:rPr>
              <a:t>t</a:t>
            </a:r>
            <a:r>
              <a:rPr lang="en-US" altLang="pl-PL" sz="1200">
                <a:latin typeface="FagoNoBoldCE-Caps"/>
                <a:sym typeface="FagoNoBoldCE-Caps"/>
              </a:rPr>
              <a:t>nicza im. Stanisława Staszica w Krakowie</a:t>
            </a:r>
          </a:p>
          <a:p>
            <a:pPr eaLnBrk="1"/>
            <a:r>
              <a:rPr lang="en-US" altLang="pl-PL" sz="1200">
                <a:solidFill>
                  <a:srgbClr val="808080"/>
                </a:solidFill>
                <a:latin typeface="FagoNoBoldCE-Caps"/>
                <a:sym typeface="FagoNoBoldCE-Caps"/>
              </a:rPr>
              <a:t>AGH Uni</a:t>
            </a:r>
            <a:r>
              <a:rPr lang="pl-PL" altLang="pl-PL" sz="1200">
                <a:solidFill>
                  <a:srgbClr val="808080"/>
                </a:solidFill>
                <a:latin typeface="FagoNoBoldCE-Caps"/>
                <a:sym typeface="FagoNoBoldCE-Caps"/>
              </a:rPr>
              <a:t>v</a:t>
            </a:r>
            <a:r>
              <a:rPr lang="en-US" altLang="pl-PL" sz="1200">
                <a:solidFill>
                  <a:srgbClr val="808080"/>
                </a:solidFill>
                <a:latin typeface="FagoNoBoldCE-Caps"/>
                <a:sym typeface="FagoNoBoldCE-Caps"/>
              </a:rPr>
              <a:t>ersity of </a:t>
            </a:r>
            <a:r>
              <a:rPr lang="pl-PL" altLang="pl-PL" sz="1200">
                <a:solidFill>
                  <a:srgbClr val="808080"/>
                </a:solidFill>
                <a:latin typeface="FagoNoBoldCE-Caps"/>
                <a:sym typeface="FagoNoBoldCE-Caps"/>
              </a:rPr>
              <a:t>Krakow</a:t>
            </a:r>
            <a:endParaRPr lang="en-US" altLang="pl-PL" sz="1200">
              <a:solidFill>
                <a:srgbClr val="808080"/>
              </a:solidFill>
              <a:latin typeface="FagoNoBoldCE-Caps"/>
              <a:sym typeface="FagoNoBoldCE-Caps"/>
            </a:endParaRPr>
          </a:p>
        </p:txBody>
      </p:sp>
      <p:sp>
        <p:nvSpPr>
          <p:cNvPr id="5125" name="pole tekstowe 1">
            <a:extLst>
              <a:ext uri="{FF2B5EF4-FFF2-40B4-BE49-F238E27FC236}">
                <a16:creationId xmlns:a16="http://schemas.microsoft.com/office/drawing/2014/main" id="{8D9BE915-A55A-4DA9-73CA-E97AB9E949B4}"/>
              </a:ext>
            </a:extLst>
          </p:cNvPr>
          <p:cNvSpPr txBox="1">
            <a:spLocks noChangeArrowheads="1"/>
          </p:cNvSpPr>
          <p:nvPr/>
        </p:nvSpPr>
        <p:spPr bwMode="auto">
          <a:xfrm>
            <a:off x="595313" y="6081713"/>
            <a:ext cx="4545012"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2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2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2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2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r>
              <a:rPr lang="pl-PL" altLang="en-US" sz="1800"/>
              <a:t>Autor pracy: Wojciech Majoch</a:t>
            </a:r>
            <a:br>
              <a:rPr lang="pl-PL" altLang="en-US" sz="1800"/>
            </a:br>
            <a:r>
              <a:rPr lang="pl-PL" altLang="en-US" sz="1800"/>
              <a:t>Opiekun pracy: dr. hab. inż. Krzysztof Lalik</a:t>
            </a:r>
          </a:p>
        </p:txBody>
      </p:sp>
      <p:pic>
        <p:nvPicPr>
          <p:cNvPr id="2" name="Obraz 1" descr="Obraz zawierający rysowanie, szkic, sztuka, symbol&#10;&#10;Zawartość wygenerowana przez AI może być niepoprawna.">
            <a:extLst>
              <a:ext uri="{FF2B5EF4-FFF2-40B4-BE49-F238E27FC236}">
                <a16:creationId xmlns:a16="http://schemas.microsoft.com/office/drawing/2014/main" id="{4E151ED1-E252-7049-52A1-49AF3D43829E}"/>
              </a:ext>
            </a:extLst>
          </p:cNvPr>
          <p:cNvPicPr>
            <a:picLocks noChangeAspect="1"/>
          </p:cNvPicPr>
          <p:nvPr/>
        </p:nvPicPr>
        <p:blipFill>
          <a:blip r:embed="rId3"/>
          <a:stretch>
            <a:fillRect/>
          </a:stretch>
        </p:blipFill>
        <p:spPr>
          <a:xfrm>
            <a:off x="10995833" y="743298"/>
            <a:ext cx="2237250" cy="2503855"/>
          </a:xfrm>
          <a:prstGeom prst="rect">
            <a:avLst/>
          </a:prstGeom>
        </p:spPr>
      </p:pic>
      <p:pic>
        <p:nvPicPr>
          <p:cNvPr id="3" name="Obraz 2" descr="Obraz zawierający krąg, design&#10;&#10;Zawartość wygenerowana przez AI może być niepoprawna.">
            <a:extLst>
              <a:ext uri="{FF2B5EF4-FFF2-40B4-BE49-F238E27FC236}">
                <a16:creationId xmlns:a16="http://schemas.microsoft.com/office/drawing/2014/main" id="{DD54D97F-6305-DB50-44CC-C8334A327A00}"/>
              </a:ext>
            </a:extLst>
          </p:cNvPr>
          <p:cNvPicPr>
            <a:picLocks noChangeAspect="1"/>
          </p:cNvPicPr>
          <p:nvPr/>
        </p:nvPicPr>
        <p:blipFill>
          <a:blip r:embed="rId4"/>
          <a:stretch>
            <a:fillRect/>
          </a:stretch>
        </p:blipFill>
        <p:spPr>
          <a:xfrm>
            <a:off x="7347070" y="4657857"/>
            <a:ext cx="2876660" cy="1752600"/>
          </a:xfrm>
          <a:prstGeom prst="rect">
            <a:avLst/>
          </a:prstGeom>
        </p:spPr>
      </p:pic>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Prostokąt 2">
            <a:hlinkClick r:id="rId2"/>
            <a:extLst>
              <a:ext uri="{FF2B5EF4-FFF2-40B4-BE49-F238E27FC236}">
                <a16:creationId xmlns:a16="http://schemas.microsoft.com/office/drawing/2014/main" id="{A1C300AD-49D0-0DBD-F3DA-9E513C8C0522}"/>
              </a:ext>
            </a:extLst>
          </p:cNvPr>
          <p:cNvSpPr>
            <a:spLocks noChangeArrowheads="1"/>
          </p:cNvSpPr>
          <p:nvPr/>
        </p:nvSpPr>
        <p:spPr bwMode="auto">
          <a:xfrm>
            <a:off x="2468563" y="7018338"/>
            <a:ext cx="18002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round/>
                <a:headEnd/>
                <a:tailEnd/>
              </a14:hiddenLine>
            </a:ext>
          </a:extLst>
        </p:spPr>
        <p:txBody>
          <a:bodyPr lIns="45720" rIns="45720">
            <a:spAutoFit/>
          </a:bodyPr>
          <a:lstStyle>
            <a:lvl1pPr>
              <a:defRPr sz="2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2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2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2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2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a:endParaRPr lang="pl-PL" altLang="pl-PL"/>
          </a:p>
        </p:txBody>
      </p:sp>
      <p:sp>
        <p:nvSpPr>
          <p:cNvPr id="6147" name="Tytuł 1">
            <a:extLst>
              <a:ext uri="{FF2B5EF4-FFF2-40B4-BE49-F238E27FC236}">
                <a16:creationId xmlns:a16="http://schemas.microsoft.com/office/drawing/2014/main" id="{7377B546-5525-C0F2-9F87-09400BA3E00A}"/>
              </a:ext>
            </a:extLst>
          </p:cNvPr>
          <p:cNvSpPr>
            <a:spLocks noGrp="1"/>
          </p:cNvSpPr>
          <p:nvPr>
            <p:ph type="title"/>
          </p:nvPr>
        </p:nvSpPr>
        <p:spPr>
          <a:xfrm>
            <a:off x="1963738" y="401638"/>
            <a:ext cx="10545762" cy="1460500"/>
          </a:xfrm>
        </p:spPr>
        <p:txBody>
          <a:bodyPr/>
          <a:lstStyle/>
          <a:p>
            <a:r>
              <a:rPr lang="pl-PL" altLang="en-US"/>
              <a:t>1. Założenia Projektu</a:t>
            </a:r>
          </a:p>
        </p:txBody>
      </p:sp>
      <p:sp>
        <p:nvSpPr>
          <p:cNvPr id="6148" name="Symbol zastępczy zawartości 2">
            <a:extLst>
              <a:ext uri="{FF2B5EF4-FFF2-40B4-BE49-F238E27FC236}">
                <a16:creationId xmlns:a16="http://schemas.microsoft.com/office/drawing/2014/main" id="{6C02728B-F0B8-1BA8-9847-4F27191C4D96}"/>
              </a:ext>
            </a:extLst>
          </p:cNvPr>
          <p:cNvSpPr>
            <a:spLocks noGrp="1"/>
          </p:cNvSpPr>
          <p:nvPr>
            <p:ph idx="1"/>
          </p:nvPr>
        </p:nvSpPr>
        <p:spPr>
          <a:xfrm>
            <a:off x="923925" y="2011363"/>
            <a:ext cx="6513513" cy="1550987"/>
          </a:xfrm>
        </p:spPr>
        <p:txBody>
          <a:bodyPr/>
          <a:lstStyle/>
          <a:p>
            <a:r>
              <a:rPr lang="pl-PL" altLang="en-US" sz="2800"/>
              <a:t>Celem projektu było zaprojektowanie i wykonanie urządzenia umożliwiającego skanowanie dna zbiorników wodnych. </a:t>
            </a:r>
          </a:p>
          <a:p>
            <a:endParaRPr lang="pl-PL" altLang="en-US"/>
          </a:p>
        </p:txBody>
      </p:sp>
      <p:pic>
        <p:nvPicPr>
          <p:cNvPr id="6149" name="Obraz 4" descr="Exail produit seapix fls 5">
            <a:extLst>
              <a:ext uri="{FF2B5EF4-FFF2-40B4-BE49-F238E27FC236}">
                <a16:creationId xmlns:a16="http://schemas.microsoft.com/office/drawing/2014/main" id="{E137E5B7-E645-210A-AE4E-805483FB467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34807"/>
          <a:stretch>
            <a:fillRect/>
          </a:stretch>
        </p:blipFill>
        <p:spPr bwMode="auto">
          <a:xfrm>
            <a:off x="923925" y="3562350"/>
            <a:ext cx="2660650" cy="2687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50" name="pole tekstowe 5">
            <a:extLst>
              <a:ext uri="{FF2B5EF4-FFF2-40B4-BE49-F238E27FC236}">
                <a16:creationId xmlns:a16="http://schemas.microsoft.com/office/drawing/2014/main" id="{1326BA23-E36C-8F6F-03DA-2AE418F74795}"/>
              </a:ext>
            </a:extLst>
          </p:cNvPr>
          <p:cNvSpPr txBox="1">
            <a:spLocks noChangeArrowheads="1"/>
          </p:cNvSpPr>
          <p:nvPr/>
        </p:nvSpPr>
        <p:spPr bwMode="auto">
          <a:xfrm>
            <a:off x="668338" y="6396038"/>
            <a:ext cx="3240087"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2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2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2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2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r>
              <a:rPr lang="pl-PL" altLang="en-US" sz="1600">
                <a:latin typeface="Times New Roman" panose="02020603050405020304" pitchFamily="18" charset="0"/>
                <a:cs typeface="Times New Roman" panose="02020603050405020304" pitchFamily="18" charset="0"/>
              </a:rPr>
              <a:t>Rys. 1.2 </a:t>
            </a:r>
            <a:r>
              <a:rPr lang="pl-PL" altLang="en-US" sz="1600">
                <a:latin typeface="Times New Roman" panose="02020603050405020304" pitchFamily="18" charset="0"/>
                <a:ea typeface="Arial" panose="020B0604020202020204" pitchFamily="34" charset="0"/>
                <a:cs typeface="Times New Roman" panose="02020603050405020304" pitchFamily="18" charset="0"/>
              </a:rPr>
              <a:t>Sonar firmy SeapiX</a:t>
            </a:r>
            <a:endParaRPr lang="pl-PL" altLang="en-US" sz="1600">
              <a:latin typeface="Times New Roman" panose="02020603050405020304" pitchFamily="18" charset="0"/>
              <a:cs typeface="Times New Roman" panose="02020603050405020304" pitchFamily="18" charset="0"/>
            </a:endParaRPr>
          </a:p>
        </p:txBody>
      </p:sp>
      <p:pic>
        <p:nvPicPr>
          <p:cNvPr id="6151" name="Obraz 6">
            <a:extLst>
              <a:ext uri="{FF2B5EF4-FFF2-40B4-BE49-F238E27FC236}">
                <a16:creationId xmlns:a16="http://schemas.microsoft.com/office/drawing/2014/main" id="{FF18482E-B25E-9F76-B403-DFE4C6EDAB3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3938" t="5817" b="5855"/>
          <a:stretch>
            <a:fillRect/>
          </a:stretch>
        </p:blipFill>
        <p:spPr bwMode="auto">
          <a:xfrm>
            <a:off x="8372475" y="1871663"/>
            <a:ext cx="4645025" cy="3529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52" name="pole tekstowe 7">
            <a:extLst>
              <a:ext uri="{FF2B5EF4-FFF2-40B4-BE49-F238E27FC236}">
                <a16:creationId xmlns:a16="http://schemas.microsoft.com/office/drawing/2014/main" id="{954AECD9-2024-7A33-43B5-03696658437C}"/>
              </a:ext>
            </a:extLst>
          </p:cNvPr>
          <p:cNvSpPr txBox="1">
            <a:spLocks noChangeArrowheads="1"/>
          </p:cNvSpPr>
          <p:nvPr/>
        </p:nvSpPr>
        <p:spPr bwMode="auto">
          <a:xfrm>
            <a:off x="9596438" y="5514975"/>
            <a:ext cx="324167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2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2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2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2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r>
              <a:rPr lang="pl-PL" altLang="en-US" sz="1600">
                <a:latin typeface="Times New Roman" panose="02020603050405020304" pitchFamily="18" charset="0"/>
                <a:cs typeface="Times New Roman" panose="02020603050405020304" pitchFamily="18" charset="0"/>
              </a:rPr>
              <a:t>Rys. 1.1 </a:t>
            </a:r>
            <a:r>
              <a:rPr lang="pl-PL" altLang="en-US" sz="1600">
                <a:latin typeface="Times New Roman" panose="02020603050405020304" pitchFamily="18" charset="0"/>
                <a:ea typeface="Arial" panose="020B0604020202020204" pitchFamily="34" charset="0"/>
                <a:cs typeface="Times New Roman" panose="02020603050405020304" pitchFamily="18" charset="0"/>
              </a:rPr>
              <a:t>Model CAD urządzenia</a:t>
            </a:r>
            <a:endParaRPr lang="pl-PL" altLang="en-US" sz="1600">
              <a:latin typeface="Times New Roman" panose="02020603050405020304" pitchFamily="18" charset="0"/>
              <a:cs typeface="Times New Roman" panose="02020603050405020304" pitchFamily="18" charset="0"/>
            </a:endParaRP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Prostokąt 2">
            <a:hlinkClick r:id="rId2"/>
            <a:extLst>
              <a:ext uri="{FF2B5EF4-FFF2-40B4-BE49-F238E27FC236}">
                <a16:creationId xmlns:a16="http://schemas.microsoft.com/office/drawing/2014/main" id="{A39CB716-CFF7-F16A-AF58-58B5AF912F06}"/>
              </a:ext>
            </a:extLst>
          </p:cNvPr>
          <p:cNvSpPr>
            <a:spLocks noChangeArrowheads="1"/>
          </p:cNvSpPr>
          <p:nvPr/>
        </p:nvSpPr>
        <p:spPr bwMode="auto">
          <a:xfrm>
            <a:off x="2468563" y="7018338"/>
            <a:ext cx="18002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round/>
                <a:headEnd/>
                <a:tailEnd/>
              </a14:hiddenLine>
            </a:ext>
          </a:extLst>
        </p:spPr>
        <p:txBody>
          <a:bodyPr lIns="45720" rIns="45720">
            <a:spAutoFit/>
          </a:bodyPr>
          <a:lstStyle>
            <a:lvl1pPr>
              <a:defRPr sz="2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2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2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2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2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a:endParaRPr lang="pl-PL" altLang="pl-PL"/>
          </a:p>
        </p:txBody>
      </p:sp>
      <p:sp>
        <p:nvSpPr>
          <p:cNvPr id="7171" name="Tytuł 1">
            <a:extLst>
              <a:ext uri="{FF2B5EF4-FFF2-40B4-BE49-F238E27FC236}">
                <a16:creationId xmlns:a16="http://schemas.microsoft.com/office/drawing/2014/main" id="{EC68947E-48A0-8B2A-FB9E-54362F84BA0C}"/>
              </a:ext>
            </a:extLst>
          </p:cNvPr>
          <p:cNvSpPr>
            <a:spLocks noGrp="1"/>
          </p:cNvSpPr>
          <p:nvPr>
            <p:ph type="title"/>
          </p:nvPr>
        </p:nvSpPr>
        <p:spPr>
          <a:xfrm>
            <a:off x="1963738" y="401638"/>
            <a:ext cx="10545762" cy="1460500"/>
          </a:xfrm>
        </p:spPr>
        <p:txBody>
          <a:bodyPr/>
          <a:lstStyle/>
          <a:p>
            <a:r>
              <a:rPr lang="pl-PL" altLang="en-US"/>
              <a:t>2. Zasada Działania Sonarów </a:t>
            </a:r>
          </a:p>
        </p:txBody>
      </p:sp>
      <p:sp>
        <p:nvSpPr>
          <p:cNvPr id="7172" name="Symbol zastępczy zawartości 2">
            <a:extLst>
              <a:ext uri="{FF2B5EF4-FFF2-40B4-BE49-F238E27FC236}">
                <a16:creationId xmlns:a16="http://schemas.microsoft.com/office/drawing/2014/main" id="{59FEF895-3130-0E28-10D8-6C2A2B1C928B}"/>
              </a:ext>
            </a:extLst>
          </p:cNvPr>
          <p:cNvSpPr>
            <a:spLocks noGrp="1"/>
          </p:cNvSpPr>
          <p:nvPr>
            <p:ph idx="1"/>
          </p:nvPr>
        </p:nvSpPr>
        <p:spPr/>
        <p:txBody>
          <a:bodyPr/>
          <a:lstStyle/>
          <a:p>
            <a:pPr algn="just"/>
            <a:r>
              <a:rPr lang="pl-PL" altLang="en-US"/>
              <a:t>Sonar typu Split-Beam</a:t>
            </a:r>
          </a:p>
          <a:p>
            <a:pPr algn="just"/>
            <a:r>
              <a:rPr lang="pl-PL" altLang="en-US">
                <a:ea typeface="Arial" panose="020B0604020202020204" pitchFamily="34" charset="0"/>
              </a:rPr>
              <a:t>Sonar typu Split-Beam jest używany przede wszystkim do wykrywania mniejszych obiektów, takich jak ryby, na niewielkim obszarze. Jego działanie polega na wysłaniu kolumny fali dźwiękowej która ulega częściowemu odbiciu od obiektów na swojej drodze. Rozmieszczone w pewnej odległości od siebie odbiorniki, zazwyczaj ustawione w krzyż, mierzą czas między nadaniem sygnału a odebraniem echa oraz różnicę faz. Następnie oblicza się położenie obiektu wykorzystując metodę triangulacji.</a:t>
            </a:r>
          </a:p>
          <a:p>
            <a:endParaRPr lang="pl-PL" altLang="en-US"/>
          </a:p>
          <a:p>
            <a:endParaRPr lang="pl-PL" altLang="en-US"/>
          </a:p>
        </p:txBody>
      </p:sp>
      <p:sp>
        <p:nvSpPr>
          <p:cNvPr id="7173" name="pole tekstowe 4">
            <a:extLst>
              <a:ext uri="{FF2B5EF4-FFF2-40B4-BE49-F238E27FC236}">
                <a16:creationId xmlns:a16="http://schemas.microsoft.com/office/drawing/2014/main" id="{7BFDE038-C739-E068-E098-551D00EE9FD6}"/>
              </a:ext>
            </a:extLst>
          </p:cNvPr>
          <p:cNvSpPr txBox="1">
            <a:spLocks noChangeArrowheads="1"/>
          </p:cNvSpPr>
          <p:nvPr/>
        </p:nvSpPr>
        <p:spPr bwMode="auto">
          <a:xfrm>
            <a:off x="9028113" y="4960938"/>
            <a:ext cx="2225675"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2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2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2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2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r>
              <a:rPr lang="pl-PL" altLang="en-US" sz="1600">
                <a:latin typeface="Times New Roman" panose="02020603050405020304" pitchFamily="18" charset="0"/>
                <a:cs typeface="Times New Roman" panose="02020603050405020304" pitchFamily="18" charset="0"/>
              </a:rPr>
              <a:t>Rys. 2.1 </a:t>
            </a:r>
            <a:r>
              <a:rPr lang="pl-PL" altLang="en-US" sz="1600">
                <a:latin typeface="Times New Roman" panose="02020603050405020304" pitchFamily="18" charset="0"/>
                <a:ea typeface="Arial" panose="020B0604020202020204" pitchFamily="34" charset="0"/>
                <a:cs typeface="Times New Roman" panose="02020603050405020304" pitchFamily="18" charset="0"/>
              </a:rPr>
              <a:t>Zobrazowanie działania sonarów typu Split-beam i Multi-beam</a:t>
            </a:r>
          </a:p>
          <a:p>
            <a:endParaRPr lang="pl-PL" altLang="en-US" sz="1600">
              <a:latin typeface="Times New Roman" panose="02020603050405020304" pitchFamily="18" charset="0"/>
              <a:cs typeface="Times New Roman" panose="02020603050405020304" pitchFamily="18" charset="0"/>
            </a:endParaRPr>
          </a:p>
        </p:txBody>
      </p:sp>
      <p:pic>
        <p:nvPicPr>
          <p:cNvPr id="7174" name="Obraz 5">
            <a:extLst>
              <a:ext uri="{FF2B5EF4-FFF2-40B4-BE49-F238E27FC236}">
                <a16:creationId xmlns:a16="http://schemas.microsoft.com/office/drawing/2014/main" id="{2F22FFE6-D77D-CF3B-DA9A-EFC5C13EC7E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29025" y="4535488"/>
            <a:ext cx="5399088" cy="241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Prostokąt 2">
            <a:hlinkClick r:id="rId2"/>
            <a:extLst>
              <a:ext uri="{FF2B5EF4-FFF2-40B4-BE49-F238E27FC236}">
                <a16:creationId xmlns:a16="http://schemas.microsoft.com/office/drawing/2014/main" id="{7B15C13A-B089-8495-2259-DB7C7C9DAFC3}"/>
              </a:ext>
            </a:extLst>
          </p:cNvPr>
          <p:cNvSpPr>
            <a:spLocks noChangeArrowheads="1"/>
          </p:cNvSpPr>
          <p:nvPr/>
        </p:nvSpPr>
        <p:spPr bwMode="auto">
          <a:xfrm>
            <a:off x="2468563" y="7018338"/>
            <a:ext cx="18002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round/>
                <a:headEnd/>
                <a:tailEnd/>
              </a14:hiddenLine>
            </a:ext>
          </a:extLst>
        </p:spPr>
        <p:txBody>
          <a:bodyPr lIns="45720" rIns="45720">
            <a:spAutoFit/>
          </a:bodyPr>
          <a:lstStyle>
            <a:lvl1pPr>
              <a:defRPr sz="2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2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2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2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2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a:endParaRPr lang="pl-PL" altLang="pl-PL"/>
          </a:p>
        </p:txBody>
      </p:sp>
      <p:sp>
        <p:nvSpPr>
          <p:cNvPr id="8195" name="Tytuł 1">
            <a:extLst>
              <a:ext uri="{FF2B5EF4-FFF2-40B4-BE49-F238E27FC236}">
                <a16:creationId xmlns:a16="http://schemas.microsoft.com/office/drawing/2014/main" id="{64386079-D973-147A-7B79-CB6AE86B209E}"/>
              </a:ext>
            </a:extLst>
          </p:cNvPr>
          <p:cNvSpPr>
            <a:spLocks noGrp="1"/>
          </p:cNvSpPr>
          <p:nvPr>
            <p:ph type="title"/>
          </p:nvPr>
        </p:nvSpPr>
        <p:spPr>
          <a:xfrm>
            <a:off x="1963738" y="401638"/>
            <a:ext cx="10545762" cy="1460500"/>
          </a:xfrm>
        </p:spPr>
        <p:txBody>
          <a:bodyPr/>
          <a:lstStyle/>
          <a:p>
            <a:r>
              <a:rPr lang="pl-PL" altLang="en-US"/>
              <a:t>2. Zasada Działania Sonarów </a:t>
            </a:r>
          </a:p>
        </p:txBody>
      </p:sp>
      <p:sp>
        <p:nvSpPr>
          <p:cNvPr id="8196" name="Symbol zastępczy zawartości 2">
            <a:extLst>
              <a:ext uri="{FF2B5EF4-FFF2-40B4-BE49-F238E27FC236}">
                <a16:creationId xmlns:a16="http://schemas.microsoft.com/office/drawing/2014/main" id="{66A47620-D52A-55E1-4F90-222AB721F18B}"/>
              </a:ext>
            </a:extLst>
          </p:cNvPr>
          <p:cNvSpPr>
            <a:spLocks noGrp="1"/>
          </p:cNvSpPr>
          <p:nvPr>
            <p:ph idx="1"/>
          </p:nvPr>
        </p:nvSpPr>
        <p:spPr/>
        <p:txBody>
          <a:bodyPr/>
          <a:lstStyle/>
          <a:p>
            <a:pPr algn="just"/>
            <a:r>
              <a:rPr lang="pl-PL" altLang="en-US"/>
              <a:t>Sonar typu Multi-Beam</a:t>
            </a:r>
          </a:p>
          <a:p>
            <a:pPr algn="just"/>
            <a:r>
              <a:rPr lang="pl-PL" altLang="en-US">
                <a:ea typeface="Arial" panose="020B0604020202020204" pitchFamily="34" charset="0"/>
              </a:rPr>
              <a:t>Sonar typu Multi-Beam jest często używany w batymetrii czyli mapowaniu dna zbiorników wodnych. Jest bardzo podobny do sonaru typu Split-Beam z tą różnicą że wykorzystuje kilka nadajników działających jednocześnie. Sygnały są wysyłane w kilku kierunkach tworząc wachlarz co pozwala na jednoczesne skanowanie większego obszaru. Każdy nadajnik wysyła charakterystyczny impuls co pozwala odróżnić go od pozostałych.</a:t>
            </a:r>
          </a:p>
          <a:p>
            <a:endParaRPr lang="pl-PL" altLang="en-US"/>
          </a:p>
        </p:txBody>
      </p:sp>
      <p:sp>
        <p:nvSpPr>
          <p:cNvPr id="8197" name="pole tekstowe 4">
            <a:extLst>
              <a:ext uri="{FF2B5EF4-FFF2-40B4-BE49-F238E27FC236}">
                <a16:creationId xmlns:a16="http://schemas.microsoft.com/office/drawing/2014/main" id="{EEB056A1-FC5B-D46F-A81A-8C71675578E4}"/>
              </a:ext>
            </a:extLst>
          </p:cNvPr>
          <p:cNvSpPr txBox="1">
            <a:spLocks noChangeArrowheads="1"/>
          </p:cNvSpPr>
          <p:nvPr/>
        </p:nvSpPr>
        <p:spPr bwMode="auto">
          <a:xfrm>
            <a:off x="9028113" y="4960938"/>
            <a:ext cx="2225675"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2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2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2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2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r>
              <a:rPr lang="pl-PL" altLang="en-US" sz="1600">
                <a:latin typeface="Times New Roman" panose="02020603050405020304" pitchFamily="18" charset="0"/>
                <a:cs typeface="Times New Roman" panose="02020603050405020304" pitchFamily="18" charset="0"/>
              </a:rPr>
              <a:t>Rys. 2.1 </a:t>
            </a:r>
            <a:r>
              <a:rPr lang="pl-PL" altLang="en-US" sz="1600">
                <a:latin typeface="Times New Roman" panose="02020603050405020304" pitchFamily="18" charset="0"/>
                <a:ea typeface="Arial" panose="020B0604020202020204" pitchFamily="34" charset="0"/>
                <a:cs typeface="Times New Roman" panose="02020603050405020304" pitchFamily="18" charset="0"/>
              </a:rPr>
              <a:t>Zobrazowanie działania sonarów typu Split-beam i Multi-beam</a:t>
            </a:r>
          </a:p>
          <a:p>
            <a:endParaRPr lang="pl-PL" altLang="en-US" sz="1600">
              <a:latin typeface="Times New Roman" panose="02020603050405020304" pitchFamily="18" charset="0"/>
              <a:cs typeface="Times New Roman" panose="02020603050405020304" pitchFamily="18" charset="0"/>
            </a:endParaRPr>
          </a:p>
        </p:txBody>
      </p:sp>
      <p:pic>
        <p:nvPicPr>
          <p:cNvPr id="8198" name="Obraz 5">
            <a:extLst>
              <a:ext uri="{FF2B5EF4-FFF2-40B4-BE49-F238E27FC236}">
                <a16:creationId xmlns:a16="http://schemas.microsoft.com/office/drawing/2014/main" id="{B4C3AB0D-8050-303A-67F6-A7742B5EA8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27438" y="4535488"/>
            <a:ext cx="5400675" cy="241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Prostokąt 2">
            <a:hlinkClick r:id="rId3"/>
            <a:extLst>
              <a:ext uri="{FF2B5EF4-FFF2-40B4-BE49-F238E27FC236}">
                <a16:creationId xmlns:a16="http://schemas.microsoft.com/office/drawing/2014/main" id="{F2A18185-16C5-4C48-A3B9-2DF0C93D370C}"/>
              </a:ext>
            </a:extLst>
          </p:cNvPr>
          <p:cNvSpPr>
            <a:spLocks noChangeArrowheads="1"/>
          </p:cNvSpPr>
          <p:nvPr/>
        </p:nvSpPr>
        <p:spPr bwMode="auto">
          <a:xfrm>
            <a:off x="2468563" y="7018338"/>
            <a:ext cx="18002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round/>
                <a:headEnd/>
                <a:tailEnd/>
              </a14:hiddenLine>
            </a:ext>
          </a:extLst>
        </p:spPr>
        <p:txBody>
          <a:bodyPr lIns="45720" rIns="45720">
            <a:spAutoFit/>
          </a:bodyPr>
          <a:lstStyle>
            <a:lvl1pPr>
              <a:defRPr sz="2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2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2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2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2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a:endParaRPr lang="pl-PL" altLang="pl-PL"/>
          </a:p>
        </p:txBody>
      </p:sp>
      <p:sp>
        <p:nvSpPr>
          <p:cNvPr id="9219" name="Tytuł 1">
            <a:extLst>
              <a:ext uri="{FF2B5EF4-FFF2-40B4-BE49-F238E27FC236}">
                <a16:creationId xmlns:a16="http://schemas.microsoft.com/office/drawing/2014/main" id="{90D86382-0F12-CF48-7A23-AB3C6C36B34F}"/>
              </a:ext>
            </a:extLst>
          </p:cNvPr>
          <p:cNvSpPr>
            <a:spLocks noGrp="1"/>
          </p:cNvSpPr>
          <p:nvPr>
            <p:ph type="title"/>
          </p:nvPr>
        </p:nvSpPr>
        <p:spPr>
          <a:xfrm>
            <a:off x="1963738" y="401638"/>
            <a:ext cx="10545762" cy="1460500"/>
          </a:xfrm>
        </p:spPr>
        <p:txBody>
          <a:bodyPr/>
          <a:lstStyle/>
          <a:p>
            <a:r>
              <a:rPr lang="pl-PL" altLang="en-US"/>
              <a:t>3. Konstrukcja Sonaru</a:t>
            </a:r>
          </a:p>
        </p:txBody>
      </p:sp>
      <p:sp>
        <p:nvSpPr>
          <p:cNvPr id="9220" name="Symbol zastępczy zawartości 2">
            <a:extLst>
              <a:ext uri="{FF2B5EF4-FFF2-40B4-BE49-F238E27FC236}">
                <a16:creationId xmlns:a16="http://schemas.microsoft.com/office/drawing/2014/main" id="{5B02C00E-F988-4015-684A-BFD2E73D609B}"/>
              </a:ext>
            </a:extLst>
          </p:cNvPr>
          <p:cNvSpPr>
            <a:spLocks noGrp="1"/>
          </p:cNvSpPr>
          <p:nvPr>
            <p:ph idx="1"/>
          </p:nvPr>
        </p:nvSpPr>
        <p:spPr/>
        <p:txBody>
          <a:bodyPr/>
          <a:lstStyle/>
          <a:p>
            <a:pPr algn="just"/>
            <a:r>
              <a:rPr lang="pl-PL" altLang="en-US" sz="2800">
                <a:ea typeface="Arial" panose="020B0604020202020204" pitchFamily="34" charset="0"/>
              </a:rPr>
              <a:t>Od strony mechanicznej, urządzenie będzie się składać przede wszystkim z szczelnego zbiornika wykonanego z pleksiglas, z stelaża do którego będą przymocowane elementy elektroniki oraz zewnętrznego mocowania na głośnik i macierz hydrofonów.</a:t>
            </a:r>
          </a:p>
          <a:p>
            <a:endParaRPr lang="pl-PL" altLang="en-US">
              <a:ea typeface="Arial" panose="020B0604020202020204" pitchFamily="34" charset="0"/>
            </a:endParaRPr>
          </a:p>
          <a:p>
            <a:endParaRPr lang="pl-PL" altLang="en-US">
              <a:ea typeface="Arial" panose="020B0604020202020204" pitchFamily="34" charset="0"/>
            </a:endParaRPr>
          </a:p>
        </p:txBody>
      </p:sp>
      <p:pic>
        <p:nvPicPr>
          <p:cNvPr id="9221" name="Obraz 9">
            <a:extLst>
              <a:ext uri="{FF2B5EF4-FFF2-40B4-BE49-F238E27FC236}">
                <a16:creationId xmlns:a16="http://schemas.microsoft.com/office/drawing/2014/main" id="{D5D28C46-218A-C244-933C-A0D223F0054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33700" y="3621088"/>
            <a:ext cx="3422650" cy="2865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2" name="Obraz 5">
            <a:extLst>
              <a:ext uri="{FF2B5EF4-FFF2-40B4-BE49-F238E27FC236}">
                <a16:creationId xmlns:a16="http://schemas.microsoft.com/office/drawing/2014/main" id="{FD8F736C-4897-BD4B-518F-3B7A42B6238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56350" y="3621088"/>
            <a:ext cx="3898900" cy="2859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3" name="pole tekstowe 6">
            <a:extLst>
              <a:ext uri="{FF2B5EF4-FFF2-40B4-BE49-F238E27FC236}">
                <a16:creationId xmlns:a16="http://schemas.microsoft.com/office/drawing/2014/main" id="{A1110780-A366-0477-AD46-000C6C74C7C8}"/>
              </a:ext>
            </a:extLst>
          </p:cNvPr>
          <p:cNvSpPr txBox="1">
            <a:spLocks noChangeArrowheads="1"/>
          </p:cNvSpPr>
          <p:nvPr/>
        </p:nvSpPr>
        <p:spPr bwMode="auto">
          <a:xfrm>
            <a:off x="3763963" y="6519863"/>
            <a:ext cx="59055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2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2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2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2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r>
              <a:rPr lang="pl-PL" altLang="en-US" sz="1600">
                <a:latin typeface="Times New Roman" panose="02020603050405020304" pitchFamily="18" charset="0"/>
                <a:cs typeface="Times New Roman" panose="02020603050405020304" pitchFamily="18" charset="0"/>
              </a:rPr>
              <a:t>Rys. 3.1 </a:t>
            </a:r>
            <a:r>
              <a:rPr lang="pl-PL" altLang="en-US" sz="1600">
                <a:latin typeface="Times New Roman" panose="02020603050405020304" pitchFamily="18" charset="0"/>
                <a:ea typeface="Arial" panose="020B0604020202020204" pitchFamily="34" charset="0"/>
                <a:cs typeface="Times New Roman" panose="02020603050405020304" pitchFamily="18" charset="0"/>
              </a:rPr>
              <a:t>Modele CAD korpusu urządzenia oraz macierzy hydrofonów</a:t>
            </a:r>
          </a:p>
          <a:p>
            <a:endParaRPr lang="pl-PL" altLang="en-US" sz="1600">
              <a:latin typeface="Times New Roman" panose="02020603050405020304" pitchFamily="18" charset="0"/>
              <a:cs typeface="Times New Roman" panose="02020603050405020304" pitchFamily="18" charset="0"/>
            </a:endParaRPr>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Prostokąt 2">
            <a:hlinkClick r:id="rId3"/>
            <a:extLst>
              <a:ext uri="{FF2B5EF4-FFF2-40B4-BE49-F238E27FC236}">
                <a16:creationId xmlns:a16="http://schemas.microsoft.com/office/drawing/2014/main" id="{6BBA8591-4037-54A8-DA9A-227F1B819FCC}"/>
              </a:ext>
            </a:extLst>
          </p:cNvPr>
          <p:cNvSpPr>
            <a:spLocks noChangeArrowheads="1"/>
          </p:cNvSpPr>
          <p:nvPr/>
        </p:nvSpPr>
        <p:spPr bwMode="auto">
          <a:xfrm>
            <a:off x="2468563" y="7018338"/>
            <a:ext cx="18002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round/>
                <a:headEnd/>
                <a:tailEnd/>
              </a14:hiddenLine>
            </a:ext>
          </a:extLst>
        </p:spPr>
        <p:txBody>
          <a:bodyPr lIns="45720" rIns="45720">
            <a:spAutoFit/>
          </a:bodyPr>
          <a:lstStyle>
            <a:lvl1pPr>
              <a:defRPr sz="2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2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2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2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2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a:endParaRPr lang="pl-PL" altLang="pl-PL"/>
          </a:p>
        </p:txBody>
      </p:sp>
      <p:sp>
        <p:nvSpPr>
          <p:cNvPr id="11267" name="Tytuł 1">
            <a:extLst>
              <a:ext uri="{FF2B5EF4-FFF2-40B4-BE49-F238E27FC236}">
                <a16:creationId xmlns:a16="http://schemas.microsoft.com/office/drawing/2014/main" id="{FA6F0E7D-EEBC-E0B5-D564-5C8BB0F88C88}"/>
              </a:ext>
            </a:extLst>
          </p:cNvPr>
          <p:cNvSpPr>
            <a:spLocks noGrp="1"/>
          </p:cNvSpPr>
          <p:nvPr>
            <p:ph type="title"/>
          </p:nvPr>
        </p:nvSpPr>
        <p:spPr>
          <a:xfrm>
            <a:off x="1963738" y="401638"/>
            <a:ext cx="10545762" cy="1460500"/>
          </a:xfrm>
        </p:spPr>
        <p:txBody>
          <a:bodyPr/>
          <a:lstStyle/>
          <a:p>
            <a:r>
              <a:rPr lang="pl-PL" altLang="en-US"/>
              <a:t>3. Konstrukcja Sonaru</a:t>
            </a:r>
          </a:p>
        </p:txBody>
      </p:sp>
      <p:sp>
        <p:nvSpPr>
          <p:cNvPr id="11268" name="Symbol zastępczy zawartości 2">
            <a:extLst>
              <a:ext uri="{FF2B5EF4-FFF2-40B4-BE49-F238E27FC236}">
                <a16:creationId xmlns:a16="http://schemas.microsoft.com/office/drawing/2014/main" id="{16B606BB-AA91-F57A-E0A1-8E368C393F37}"/>
              </a:ext>
            </a:extLst>
          </p:cNvPr>
          <p:cNvSpPr>
            <a:spLocks noGrp="1"/>
          </p:cNvSpPr>
          <p:nvPr>
            <p:ph idx="1"/>
          </p:nvPr>
        </p:nvSpPr>
        <p:spPr/>
        <p:txBody>
          <a:bodyPr/>
          <a:lstStyle/>
          <a:p>
            <a:pPr algn="just"/>
            <a:r>
              <a:rPr lang="pl-PL" altLang="en-US" sz="2800">
                <a:ea typeface="Arial" panose="020B0604020202020204" pitchFamily="34" charset="0"/>
              </a:rPr>
              <a:t>Przy projektowaniu macierzy hydrofonów należało zwrócić uwagę na ich rozmieszczenie. Odległość między przetwornikami jest zwykle mniejsza niż połowa długości fali dźwiękowej, aby uniknąć efektów aliasingu.</a:t>
            </a:r>
            <a:endParaRPr lang="pl-PL" altLang="en-US" sz="3600">
              <a:ea typeface="Arial" panose="020B0604020202020204" pitchFamily="34" charset="0"/>
            </a:endParaRPr>
          </a:p>
        </p:txBody>
      </p:sp>
      <p:sp>
        <p:nvSpPr>
          <p:cNvPr id="9" name="pole tekstowe 8">
            <a:extLst>
              <a:ext uri="{FF2B5EF4-FFF2-40B4-BE49-F238E27FC236}">
                <a16:creationId xmlns:a16="http://schemas.microsoft.com/office/drawing/2014/main" id="{58C2096E-6549-A310-C12D-45A7A803FCBD}"/>
              </a:ext>
            </a:extLst>
          </p:cNvPr>
          <p:cNvSpPr txBox="1">
            <a:spLocks noRot="1" noChangeAspect="1" noMove="1" noResize="1" noEditPoints="1" noAdjustHandles="1" noChangeArrowheads="1" noChangeShapeType="1" noTextEdit="1"/>
          </p:cNvSpPr>
          <p:nvPr/>
        </p:nvSpPr>
        <p:spPr>
          <a:xfrm>
            <a:off x="4097548" y="3778250"/>
            <a:ext cx="5238328" cy="2838982"/>
          </a:xfrm>
          <a:prstGeom prst="rect">
            <a:avLst/>
          </a:prstGeom>
          <a:blipFill>
            <a:blip r:embed="rId4"/>
            <a:stretch>
              <a:fillRect b="-1717"/>
            </a:stretch>
          </a:blipFill>
        </p:spPr>
        <p:txBody>
          <a:bodyPr/>
          <a:lstStyle/>
          <a:p>
            <a:r>
              <a:rPr lang="pl-PL">
                <a:noFill/>
              </a:rPr>
              <a:t> </a:t>
            </a:r>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Prostokąt 2">
            <a:hlinkClick r:id="rId3"/>
            <a:extLst>
              <a:ext uri="{FF2B5EF4-FFF2-40B4-BE49-F238E27FC236}">
                <a16:creationId xmlns:a16="http://schemas.microsoft.com/office/drawing/2014/main" id="{C01392C2-792D-FDBA-C8AC-59A58A389533}"/>
              </a:ext>
            </a:extLst>
          </p:cNvPr>
          <p:cNvSpPr>
            <a:spLocks noChangeArrowheads="1"/>
          </p:cNvSpPr>
          <p:nvPr/>
        </p:nvSpPr>
        <p:spPr bwMode="auto">
          <a:xfrm>
            <a:off x="2468563" y="7018338"/>
            <a:ext cx="18002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round/>
                <a:headEnd/>
                <a:tailEnd/>
              </a14:hiddenLine>
            </a:ext>
          </a:extLst>
        </p:spPr>
        <p:txBody>
          <a:bodyPr lIns="45720" rIns="45720">
            <a:spAutoFit/>
          </a:bodyPr>
          <a:lstStyle>
            <a:lvl1pPr>
              <a:defRPr sz="2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2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2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2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2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a:endParaRPr lang="pl-PL" altLang="pl-PL"/>
          </a:p>
        </p:txBody>
      </p:sp>
      <p:sp>
        <p:nvSpPr>
          <p:cNvPr id="13315" name="Tytuł 1">
            <a:extLst>
              <a:ext uri="{FF2B5EF4-FFF2-40B4-BE49-F238E27FC236}">
                <a16:creationId xmlns:a16="http://schemas.microsoft.com/office/drawing/2014/main" id="{A717E828-9937-CF42-5E86-3700A6D6BDBE}"/>
              </a:ext>
            </a:extLst>
          </p:cNvPr>
          <p:cNvSpPr>
            <a:spLocks noGrp="1"/>
          </p:cNvSpPr>
          <p:nvPr>
            <p:ph type="title"/>
          </p:nvPr>
        </p:nvSpPr>
        <p:spPr>
          <a:xfrm>
            <a:off x="1963738" y="401638"/>
            <a:ext cx="10545762" cy="1460500"/>
          </a:xfrm>
        </p:spPr>
        <p:txBody>
          <a:bodyPr/>
          <a:lstStyle/>
          <a:p>
            <a:r>
              <a:rPr lang="pl-PL" altLang="en-US"/>
              <a:t>3. Konstrukcja Sonaru</a:t>
            </a:r>
          </a:p>
        </p:txBody>
      </p:sp>
      <p:sp>
        <p:nvSpPr>
          <p:cNvPr id="13316" name="Symbol zastępczy zawartości 3">
            <a:extLst>
              <a:ext uri="{FF2B5EF4-FFF2-40B4-BE49-F238E27FC236}">
                <a16:creationId xmlns:a16="http://schemas.microsoft.com/office/drawing/2014/main" id="{34D8BB28-4C71-1FF1-F6EC-724CBEA9660E}"/>
              </a:ext>
            </a:extLst>
          </p:cNvPr>
          <p:cNvSpPr>
            <a:spLocks noGrp="1"/>
          </p:cNvSpPr>
          <p:nvPr>
            <p:ph idx="1"/>
          </p:nvPr>
        </p:nvSpPr>
        <p:spPr>
          <a:xfrm>
            <a:off x="923925" y="2011363"/>
            <a:ext cx="11585575" cy="1622425"/>
          </a:xfrm>
        </p:spPr>
        <p:txBody>
          <a:bodyPr/>
          <a:lstStyle/>
          <a:p>
            <a:pPr algn="just"/>
            <a:r>
              <a:rPr lang="pl-PL" altLang="en-US"/>
              <a:t>W pierwszej kolejności należało wyznaczyć dla jakiej realizowalnej częstotliwości sygnał sonaru będzie miał najmniejsze tłumienie.</a:t>
            </a:r>
          </a:p>
          <a:p>
            <a:endParaRPr lang="pl-PL" altLang="en-US"/>
          </a:p>
        </p:txBody>
      </p:sp>
      <p:sp>
        <p:nvSpPr>
          <p:cNvPr id="7" name="pole tekstowe 6">
            <a:extLst>
              <a:ext uri="{FF2B5EF4-FFF2-40B4-BE49-F238E27FC236}">
                <a16:creationId xmlns:a16="http://schemas.microsoft.com/office/drawing/2014/main" id="{726567B8-38B6-E077-C3EC-2B77FEAA9385}"/>
              </a:ext>
            </a:extLst>
          </p:cNvPr>
          <p:cNvSpPr txBox="1">
            <a:spLocks noRot="1" noChangeAspect="1" noMove="1" noResize="1" noEditPoints="1" noAdjustHandles="1" noChangeArrowheads="1" noChangeShapeType="1" noTextEdit="1"/>
          </p:cNvSpPr>
          <p:nvPr/>
        </p:nvSpPr>
        <p:spPr>
          <a:xfrm>
            <a:off x="596032" y="2822798"/>
            <a:ext cx="7344816" cy="3556743"/>
          </a:xfrm>
          <a:prstGeom prst="rect">
            <a:avLst/>
          </a:prstGeom>
          <a:blipFill>
            <a:blip r:embed="rId4"/>
            <a:stretch>
              <a:fillRect b="-1199"/>
            </a:stretch>
          </a:blipFill>
        </p:spPr>
        <p:txBody>
          <a:bodyPr/>
          <a:lstStyle/>
          <a:p>
            <a:r>
              <a:rPr lang="pl-PL">
                <a:noFill/>
              </a:rPr>
              <a:t> </a:t>
            </a:r>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Prostokąt 2">
            <a:hlinkClick r:id="rId3"/>
            <a:extLst>
              <a:ext uri="{FF2B5EF4-FFF2-40B4-BE49-F238E27FC236}">
                <a16:creationId xmlns:a16="http://schemas.microsoft.com/office/drawing/2014/main" id="{221D4B2F-D0F1-D6AA-E25F-673B9165552A}"/>
              </a:ext>
            </a:extLst>
          </p:cNvPr>
          <p:cNvSpPr>
            <a:spLocks noChangeArrowheads="1"/>
          </p:cNvSpPr>
          <p:nvPr/>
        </p:nvSpPr>
        <p:spPr bwMode="auto">
          <a:xfrm>
            <a:off x="2468563" y="7018338"/>
            <a:ext cx="18002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round/>
                <a:headEnd/>
                <a:tailEnd/>
              </a14:hiddenLine>
            </a:ext>
          </a:extLst>
        </p:spPr>
        <p:txBody>
          <a:bodyPr lIns="45720" rIns="45720">
            <a:spAutoFit/>
          </a:bodyPr>
          <a:lstStyle>
            <a:lvl1pPr>
              <a:defRPr sz="2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2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2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2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2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a:endParaRPr lang="pl-PL" altLang="pl-PL"/>
          </a:p>
        </p:txBody>
      </p:sp>
      <p:sp>
        <p:nvSpPr>
          <p:cNvPr id="15363" name="Tytuł 1">
            <a:extLst>
              <a:ext uri="{FF2B5EF4-FFF2-40B4-BE49-F238E27FC236}">
                <a16:creationId xmlns:a16="http://schemas.microsoft.com/office/drawing/2014/main" id="{B5FC33A0-E839-0EED-DBCC-95F59C96F8CA}"/>
              </a:ext>
            </a:extLst>
          </p:cNvPr>
          <p:cNvSpPr>
            <a:spLocks noGrp="1"/>
          </p:cNvSpPr>
          <p:nvPr>
            <p:ph type="title"/>
          </p:nvPr>
        </p:nvSpPr>
        <p:spPr>
          <a:xfrm>
            <a:off x="1963738" y="401638"/>
            <a:ext cx="10545762" cy="1460500"/>
          </a:xfrm>
        </p:spPr>
        <p:txBody>
          <a:bodyPr/>
          <a:lstStyle/>
          <a:p>
            <a:r>
              <a:rPr lang="pl-PL" altLang="en-US"/>
              <a:t>3. Konstrukcja Sonaru</a:t>
            </a:r>
          </a:p>
        </p:txBody>
      </p:sp>
      <p:sp>
        <p:nvSpPr>
          <p:cNvPr id="15364" name="Symbol zastępczy zawartości 3">
            <a:extLst>
              <a:ext uri="{FF2B5EF4-FFF2-40B4-BE49-F238E27FC236}">
                <a16:creationId xmlns:a16="http://schemas.microsoft.com/office/drawing/2014/main" id="{DEFCA819-E8B0-A970-8FAF-15A6EE0E2E5F}"/>
              </a:ext>
            </a:extLst>
          </p:cNvPr>
          <p:cNvSpPr>
            <a:spLocks noGrp="1"/>
          </p:cNvSpPr>
          <p:nvPr>
            <p:ph idx="1"/>
          </p:nvPr>
        </p:nvSpPr>
        <p:spPr>
          <a:xfrm>
            <a:off x="923925" y="2011363"/>
            <a:ext cx="11585575" cy="1622425"/>
          </a:xfrm>
        </p:spPr>
        <p:txBody>
          <a:bodyPr/>
          <a:lstStyle/>
          <a:p>
            <a:pPr algn="just"/>
            <a:r>
              <a:rPr lang="pl-PL" altLang="en-US"/>
              <a:t>W pierwszej kolejności należało wyznaczyć dla jakiej realizowalnej częstotliwości sygnał sonaru będzie miał najmniejsze tłumienie.</a:t>
            </a:r>
          </a:p>
          <a:p>
            <a:endParaRPr lang="pl-PL" altLang="en-US"/>
          </a:p>
        </p:txBody>
      </p:sp>
      <p:sp>
        <p:nvSpPr>
          <p:cNvPr id="7" name="pole tekstowe 6">
            <a:extLst>
              <a:ext uri="{FF2B5EF4-FFF2-40B4-BE49-F238E27FC236}">
                <a16:creationId xmlns:a16="http://schemas.microsoft.com/office/drawing/2014/main" id="{0540F713-C904-8F17-7C29-5C0A849635F2}"/>
              </a:ext>
            </a:extLst>
          </p:cNvPr>
          <p:cNvSpPr txBox="1">
            <a:spLocks noRot="1" noChangeAspect="1" noMove="1" noResize="1" noEditPoints="1" noAdjustHandles="1" noChangeArrowheads="1" noChangeShapeType="1" noTextEdit="1"/>
          </p:cNvSpPr>
          <p:nvPr/>
        </p:nvSpPr>
        <p:spPr>
          <a:xfrm>
            <a:off x="596032" y="2822798"/>
            <a:ext cx="7344816" cy="3556743"/>
          </a:xfrm>
          <a:prstGeom prst="rect">
            <a:avLst/>
          </a:prstGeom>
          <a:blipFill>
            <a:blip r:embed="rId4"/>
            <a:stretch>
              <a:fillRect b="-1199"/>
            </a:stretch>
          </a:blipFill>
        </p:spPr>
        <p:txBody>
          <a:bodyPr/>
          <a:lstStyle/>
          <a:p>
            <a:r>
              <a:rPr lang="pl-PL">
                <a:noFill/>
              </a:rPr>
              <a:t> </a:t>
            </a:r>
          </a:p>
        </p:txBody>
      </p:sp>
      <p:sp>
        <p:nvSpPr>
          <p:cNvPr id="6" name="pole tekstowe 5">
            <a:extLst>
              <a:ext uri="{FF2B5EF4-FFF2-40B4-BE49-F238E27FC236}">
                <a16:creationId xmlns:a16="http://schemas.microsoft.com/office/drawing/2014/main" id="{6B918907-5735-B4BE-8876-982713EC86EA}"/>
              </a:ext>
            </a:extLst>
          </p:cNvPr>
          <p:cNvSpPr txBox="1">
            <a:spLocks noRot="1" noChangeAspect="1" noMove="1" noResize="1" noEditPoints="1" noAdjustHandles="1" noChangeArrowheads="1" noChangeShapeType="1" noTextEdit="1"/>
          </p:cNvSpPr>
          <p:nvPr/>
        </p:nvSpPr>
        <p:spPr>
          <a:xfrm>
            <a:off x="8187812" y="4352447"/>
            <a:ext cx="4624386" cy="632866"/>
          </a:xfrm>
          <a:prstGeom prst="rect">
            <a:avLst/>
          </a:prstGeom>
          <a:blipFill>
            <a:blip r:embed="rId5"/>
            <a:stretch>
              <a:fillRect/>
            </a:stretch>
          </a:blipFill>
        </p:spPr>
        <p:txBody>
          <a:bodyPr/>
          <a:lstStyle/>
          <a:p>
            <a:r>
              <a:rPr lang="pl-PL">
                <a:noFill/>
              </a:rPr>
              <a:t> </a:t>
            </a:r>
          </a:p>
        </p:txBody>
      </p:sp>
      <p:sp>
        <p:nvSpPr>
          <p:cNvPr id="8" name="Strzałka: w prawo 7">
            <a:extLst>
              <a:ext uri="{FF2B5EF4-FFF2-40B4-BE49-F238E27FC236}">
                <a16:creationId xmlns:a16="http://schemas.microsoft.com/office/drawing/2014/main" id="{307DB1EB-0DB2-E715-41A5-E614D2E168A8}"/>
              </a:ext>
            </a:extLst>
          </p:cNvPr>
          <p:cNvSpPr/>
          <p:nvPr/>
        </p:nvSpPr>
        <p:spPr>
          <a:xfrm>
            <a:off x="7869238" y="4065588"/>
            <a:ext cx="1368425" cy="1225550"/>
          </a:xfrm>
          <a:prstGeom prst="rightArrow">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pl-PL"/>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Prostokąt 2">
            <a:hlinkClick r:id="rId3"/>
            <a:extLst>
              <a:ext uri="{FF2B5EF4-FFF2-40B4-BE49-F238E27FC236}">
                <a16:creationId xmlns:a16="http://schemas.microsoft.com/office/drawing/2014/main" id="{ABCB2C06-E846-F5D4-2DEA-4D3B9FA23ACE}"/>
              </a:ext>
            </a:extLst>
          </p:cNvPr>
          <p:cNvSpPr>
            <a:spLocks noChangeArrowheads="1"/>
          </p:cNvSpPr>
          <p:nvPr/>
        </p:nvSpPr>
        <p:spPr bwMode="auto">
          <a:xfrm>
            <a:off x="2468563" y="7018338"/>
            <a:ext cx="18002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round/>
                <a:headEnd/>
                <a:tailEnd/>
              </a14:hiddenLine>
            </a:ext>
          </a:extLst>
        </p:spPr>
        <p:txBody>
          <a:bodyPr lIns="45720" rIns="45720">
            <a:spAutoFit/>
          </a:bodyPr>
          <a:lstStyle>
            <a:lvl1pPr>
              <a:defRPr sz="2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2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2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2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2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a:endParaRPr lang="pl-PL" altLang="pl-PL"/>
          </a:p>
        </p:txBody>
      </p:sp>
      <p:sp>
        <p:nvSpPr>
          <p:cNvPr id="17411" name="Tytuł 1">
            <a:extLst>
              <a:ext uri="{FF2B5EF4-FFF2-40B4-BE49-F238E27FC236}">
                <a16:creationId xmlns:a16="http://schemas.microsoft.com/office/drawing/2014/main" id="{43EAA364-6F11-0740-E2E2-BB964C5B620C}"/>
              </a:ext>
            </a:extLst>
          </p:cNvPr>
          <p:cNvSpPr>
            <a:spLocks noGrp="1"/>
          </p:cNvSpPr>
          <p:nvPr>
            <p:ph type="title"/>
          </p:nvPr>
        </p:nvSpPr>
        <p:spPr>
          <a:xfrm>
            <a:off x="1963738" y="401638"/>
            <a:ext cx="10545762" cy="1460500"/>
          </a:xfrm>
        </p:spPr>
        <p:txBody>
          <a:bodyPr/>
          <a:lstStyle/>
          <a:p>
            <a:r>
              <a:rPr lang="pl-PL" altLang="en-US"/>
              <a:t>3. Konstrukcja Sonaru</a:t>
            </a:r>
          </a:p>
        </p:txBody>
      </p:sp>
      <p:sp>
        <p:nvSpPr>
          <p:cNvPr id="17412" name="Symbol zastępczy zawartości 2">
            <a:extLst>
              <a:ext uri="{FF2B5EF4-FFF2-40B4-BE49-F238E27FC236}">
                <a16:creationId xmlns:a16="http://schemas.microsoft.com/office/drawing/2014/main" id="{526FA5D1-DE3C-852E-73D0-CF50EF8B1BD0}"/>
              </a:ext>
            </a:extLst>
          </p:cNvPr>
          <p:cNvSpPr>
            <a:spLocks noGrp="1"/>
          </p:cNvSpPr>
          <p:nvPr>
            <p:ph idx="1"/>
          </p:nvPr>
        </p:nvSpPr>
        <p:spPr/>
        <p:txBody>
          <a:bodyPr/>
          <a:lstStyle/>
          <a:p>
            <a:r>
              <a:rPr lang="pl-PL" altLang="en-US">
                <a:ea typeface="Arial" panose="020B0604020202020204" pitchFamily="34" charset="0"/>
              </a:rPr>
              <a:t>Współczynnik tłumienia akustycznego α(f) zależy między innymi od częstotliwości f[Hz] sygnału. Do jego obliczenia użyto wzoru wyznaczonego eksperymentalnie przez Thorp’a i Browning’a.</a:t>
            </a:r>
          </a:p>
          <a:p>
            <a:endParaRPr lang="pl-PL" altLang="en-US">
              <a:ea typeface="Arial" panose="020B0604020202020204" pitchFamily="34" charset="0"/>
            </a:endParaRPr>
          </a:p>
        </p:txBody>
      </p:sp>
      <p:sp>
        <p:nvSpPr>
          <p:cNvPr id="5" name="pole tekstowe 4">
            <a:extLst>
              <a:ext uri="{FF2B5EF4-FFF2-40B4-BE49-F238E27FC236}">
                <a16:creationId xmlns:a16="http://schemas.microsoft.com/office/drawing/2014/main" id="{BED1934B-7246-C85E-195D-4175394A4EEC}"/>
              </a:ext>
            </a:extLst>
          </p:cNvPr>
          <p:cNvSpPr txBox="1">
            <a:spLocks noRot="1" noChangeAspect="1" noMove="1" noResize="1" noEditPoints="1" noAdjustHandles="1" noChangeArrowheads="1" noChangeShapeType="1" noTextEdit="1"/>
          </p:cNvSpPr>
          <p:nvPr/>
        </p:nvSpPr>
        <p:spPr>
          <a:xfrm>
            <a:off x="3224324" y="3130178"/>
            <a:ext cx="6984776" cy="2762808"/>
          </a:xfrm>
          <a:prstGeom prst="rect">
            <a:avLst/>
          </a:prstGeom>
          <a:blipFill>
            <a:blip r:embed="rId4"/>
            <a:stretch>
              <a:fillRect b="-1762"/>
            </a:stretch>
          </a:blipFill>
        </p:spPr>
        <p:txBody>
          <a:bodyPr/>
          <a:lstStyle/>
          <a:p>
            <a:r>
              <a:rPr lang="pl-PL">
                <a:noFill/>
              </a:rPr>
              <a:t> </a:t>
            </a:r>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ytuł 1">
            <a:extLst>
              <a:ext uri="{FF2B5EF4-FFF2-40B4-BE49-F238E27FC236}">
                <a16:creationId xmlns:a16="http://schemas.microsoft.com/office/drawing/2014/main" id="{09CE7E39-863A-CF48-7379-6AE0F0E75AC2}"/>
              </a:ext>
            </a:extLst>
          </p:cNvPr>
          <p:cNvSpPr>
            <a:spLocks noGrp="1"/>
          </p:cNvSpPr>
          <p:nvPr>
            <p:ph type="title"/>
          </p:nvPr>
        </p:nvSpPr>
        <p:spPr>
          <a:xfrm>
            <a:off x="1963738" y="401638"/>
            <a:ext cx="10545762" cy="1460500"/>
          </a:xfrm>
        </p:spPr>
        <p:txBody>
          <a:bodyPr/>
          <a:lstStyle/>
          <a:p>
            <a:r>
              <a:rPr lang="pl-PL" altLang="en-US"/>
              <a:t>3. Konstrukcja Sonaru</a:t>
            </a:r>
          </a:p>
        </p:txBody>
      </p:sp>
      <p:sp>
        <p:nvSpPr>
          <p:cNvPr id="19459" name="Symbol zastępczy zawartości 2">
            <a:extLst>
              <a:ext uri="{FF2B5EF4-FFF2-40B4-BE49-F238E27FC236}">
                <a16:creationId xmlns:a16="http://schemas.microsoft.com/office/drawing/2014/main" id="{66F596C4-F700-91B7-BCF8-3204DAEE8897}"/>
              </a:ext>
            </a:extLst>
          </p:cNvPr>
          <p:cNvSpPr>
            <a:spLocks noGrp="1"/>
          </p:cNvSpPr>
          <p:nvPr>
            <p:ph idx="1"/>
          </p:nvPr>
        </p:nvSpPr>
        <p:spPr/>
        <p:txBody>
          <a:bodyPr/>
          <a:lstStyle/>
          <a:p>
            <a:pPr algn="just"/>
            <a:r>
              <a:rPr lang="pl-PL" altLang="en-US">
                <a:solidFill>
                  <a:srgbClr val="000000"/>
                </a:solidFill>
                <a:ea typeface="Arial" panose="020B0604020202020204" pitchFamily="34" charset="0"/>
              </a:rPr>
              <a:t>Na podstawie powyższych wzorów, przeprowadzono obliczenia w programie Matlab. Jako dane do testów programu przyjęto częstotliwość między 0.1 a 20 kHz, co wynika z parametrów technicznych hydrofonu i głośnika, natomiast wartości L</a:t>
            </a:r>
            <a:r>
              <a:rPr lang="pl-PL" altLang="en-US" baseline="-25000">
                <a:solidFill>
                  <a:srgbClr val="000000"/>
                </a:solidFill>
                <a:ea typeface="Arial" panose="020B0604020202020204" pitchFamily="34" charset="0"/>
              </a:rPr>
              <a:t>0</a:t>
            </a:r>
            <a:r>
              <a:rPr lang="pl-PL" altLang="en-US">
                <a:solidFill>
                  <a:srgbClr val="000000"/>
                </a:solidFill>
                <a:ea typeface="Arial" panose="020B0604020202020204" pitchFamily="34" charset="0"/>
              </a:rPr>
              <a:t> i L przyjęto jako 150 dB re 1µPa i 70 dB re 1µPa co odpowiada bezpiecznemu poziomowi dźwięku dla większości ludzi pod wodą i mieści się w zakresie pracy głośnika. Wykonano obliczenia nieliniowego równania R dla 1000 iteracji.</a:t>
            </a:r>
            <a:endParaRPr lang="pl-PL" altLang="en-US">
              <a:ea typeface="Arial" panose="020B0604020202020204" pitchFamily="34" charset="0"/>
            </a:endParaRPr>
          </a:p>
          <a:p>
            <a:endParaRPr lang="pl-PL" altLang="en-US">
              <a:ea typeface="Arial" panose="020B0604020202020204" pitchFamily="34" charset="0"/>
            </a:endParaRPr>
          </a:p>
        </p:txBody>
      </p:sp>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ytuł 1">
            <a:extLst>
              <a:ext uri="{FF2B5EF4-FFF2-40B4-BE49-F238E27FC236}">
                <a16:creationId xmlns:a16="http://schemas.microsoft.com/office/drawing/2014/main" id="{4C8931D0-B029-949D-F1A6-4E25D4D7FF13}"/>
              </a:ext>
            </a:extLst>
          </p:cNvPr>
          <p:cNvSpPr>
            <a:spLocks noGrp="1"/>
          </p:cNvSpPr>
          <p:nvPr>
            <p:ph type="title"/>
          </p:nvPr>
        </p:nvSpPr>
        <p:spPr>
          <a:xfrm>
            <a:off x="1963738" y="401638"/>
            <a:ext cx="10545762" cy="1460500"/>
          </a:xfrm>
        </p:spPr>
        <p:txBody>
          <a:bodyPr/>
          <a:lstStyle/>
          <a:p>
            <a:r>
              <a:rPr lang="pl-PL" altLang="en-US"/>
              <a:t>3. Konstrukcja Sonaru</a:t>
            </a:r>
          </a:p>
        </p:txBody>
      </p:sp>
      <p:sp>
        <p:nvSpPr>
          <p:cNvPr id="20483" name="Symbol zastępczy zawartości 3">
            <a:extLst>
              <a:ext uri="{FF2B5EF4-FFF2-40B4-BE49-F238E27FC236}">
                <a16:creationId xmlns:a16="http://schemas.microsoft.com/office/drawing/2014/main" id="{F6CC5854-3C0A-4B88-DC72-278812CD0D1C}"/>
              </a:ext>
            </a:extLst>
          </p:cNvPr>
          <p:cNvSpPr>
            <a:spLocks noGrp="1"/>
          </p:cNvSpPr>
          <p:nvPr>
            <p:ph idx="1"/>
          </p:nvPr>
        </p:nvSpPr>
        <p:spPr/>
        <p:txBody>
          <a:bodyPr/>
          <a:lstStyle/>
          <a:p>
            <a:endParaRPr lang="en-US" altLang="en-US"/>
          </a:p>
        </p:txBody>
      </p:sp>
      <p:sp>
        <p:nvSpPr>
          <p:cNvPr id="20484" name="Rectangle 3">
            <a:extLst>
              <a:ext uri="{FF2B5EF4-FFF2-40B4-BE49-F238E27FC236}">
                <a16:creationId xmlns:a16="http://schemas.microsoft.com/office/drawing/2014/main" id="{0E948983-80AD-9ED6-9B45-1568D61A8A5E}"/>
              </a:ext>
            </a:extLst>
          </p:cNvPr>
          <p:cNvSpPr>
            <a:spLocks noChangeArrowheads="1"/>
          </p:cNvSpPr>
          <p:nvPr/>
        </p:nvSpPr>
        <p:spPr bwMode="auto">
          <a:xfrm>
            <a:off x="1943100" y="6326188"/>
            <a:ext cx="8675688"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marL="250825" indent="-250825">
              <a:lnSpc>
                <a:spcPct val="90000"/>
              </a:lnSpc>
              <a:spcBef>
                <a:spcPts val="1100"/>
              </a:spcBef>
              <a:buFont typeface="Arial" panose="020B0604020202020204" pitchFamily="34" charset="0"/>
              <a:buChar char="•"/>
              <a:tabLst>
                <a:tab pos="228600" algn="l"/>
                <a:tab pos="449263" algn="l"/>
              </a:tabLst>
              <a:defRPr sz="3000">
                <a:solidFill>
                  <a:schemeClr val="tx1"/>
                </a:solidFill>
                <a:latin typeface="Calibri" panose="020F0502020204030204" pitchFamily="34" charset="0"/>
              </a:defRPr>
            </a:lvl1pPr>
            <a:lvl2pPr marL="754063" indent="-250825">
              <a:lnSpc>
                <a:spcPct val="90000"/>
              </a:lnSpc>
              <a:spcBef>
                <a:spcPts val="550"/>
              </a:spcBef>
              <a:buFont typeface="Arial" panose="020B0604020202020204" pitchFamily="34" charset="0"/>
              <a:buChar char="•"/>
              <a:tabLst>
                <a:tab pos="228600" algn="l"/>
                <a:tab pos="449263" algn="l"/>
              </a:tabLst>
              <a:defRPr sz="2600">
                <a:solidFill>
                  <a:schemeClr val="tx1"/>
                </a:solidFill>
                <a:latin typeface="Calibri" panose="020F0502020204030204" pitchFamily="34" charset="0"/>
              </a:defRPr>
            </a:lvl2pPr>
            <a:lvl3pPr marL="1258888" indent="-250825">
              <a:lnSpc>
                <a:spcPct val="90000"/>
              </a:lnSpc>
              <a:spcBef>
                <a:spcPts val="550"/>
              </a:spcBef>
              <a:buFont typeface="Arial" panose="020B0604020202020204" pitchFamily="34" charset="0"/>
              <a:buChar char="•"/>
              <a:tabLst>
                <a:tab pos="228600" algn="l"/>
                <a:tab pos="449263" algn="l"/>
              </a:tabLst>
              <a:defRPr sz="2200">
                <a:solidFill>
                  <a:schemeClr val="tx1"/>
                </a:solidFill>
                <a:latin typeface="Calibri" panose="020F0502020204030204" pitchFamily="34" charset="0"/>
              </a:defRPr>
            </a:lvl3pPr>
            <a:lvl4pPr marL="288925">
              <a:lnSpc>
                <a:spcPct val="90000"/>
              </a:lnSpc>
              <a:spcBef>
                <a:spcPts val="550"/>
              </a:spcBef>
              <a:buFont typeface="Arial" panose="020B0604020202020204" pitchFamily="34" charset="0"/>
              <a:buChar char="•"/>
              <a:tabLst>
                <a:tab pos="228600" algn="l"/>
                <a:tab pos="449263" algn="l"/>
              </a:tabLst>
              <a:defRPr sz="1900">
                <a:solidFill>
                  <a:schemeClr val="tx1"/>
                </a:solidFill>
                <a:latin typeface="Calibri" panose="020F0502020204030204" pitchFamily="34" charset="0"/>
              </a:defRPr>
            </a:lvl4pPr>
            <a:lvl5pPr marL="2265363" indent="-250825">
              <a:lnSpc>
                <a:spcPct val="90000"/>
              </a:lnSpc>
              <a:spcBef>
                <a:spcPts val="550"/>
              </a:spcBef>
              <a:buFont typeface="Arial" panose="020B0604020202020204" pitchFamily="34" charset="0"/>
              <a:buChar char="•"/>
              <a:tabLst>
                <a:tab pos="228600" algn="l"/>
                <a:tab pos="449263" algn="l"/>
              </a:tabLst>
              <a:defRPr sz="1900">
                <a:solidFill>
                  <a:schemeClr val="tx1"/>
                </a:solidFill>
                <a:latin typeface="Calibri" panose="020F0502020204030204" pitchFamily="34" charset="0"/>
              </a:defRPr>
            </a:lvl5pPr>
            <a:lvl6pPr marL="2722563" indent="-250825" eaLnBrk="0" fontAlgn="base" hangingPunct="0">
              <a:lnSpc>
                <a:spcPct val="90000"/>
              </a:lnSpc>
              <a:spcBef>
                <a:spcPts val="550"/>
              </a:spcBef>
              <a:spcAft>
                <a:spcPct val="0"/>
              </a:spcAft>
              <a:buFont typeface="Arial" panose="020B0604020202020204" pitchFamily="34" charset="0"/>
              <a:buChar char="•"/>
              <a:tabLst>
                <a:tab pos="228600" algn="l"/>
                <a:tab pos="449263" algn="l"/>
              </a:tabLst>
              <a:defRPr sz="1900">
                <a:solidFill>
                  <a:schemeClr val="tx1"/>
                </a:solidFill>
                <a:latin typeface="Calibri" panose="020F0502020204030204" pitchFamily="34" charset="0"/>
              </a:defRPr>
            </a:lvl6pPr>
            <a:lvl7pPr marL="3179763" indent="-250825" eaLnBrk="0" fontAlgn="base" hangingPunct="0">
              <a:lnSpc>
                <a:spcPct val="90000"/>
              </a:lnSpc>
              <a:spcBef>
                <a:spcPts val="550"/>
              </a:spcBef>
              <a:spcAft>
                <a:spcPct val="0"/>
              </a:spcAft>
              <a:buFont typeface="Arial" panose="020B0604020202020204" pitchFamily="34" charset="0"/>
              <a:buChar char="•"/>
              <a:tabLst>
                <a:tab pos="228600" algn="l"/>
                <a:tab pos="449263" algn="l"/>
              </a:tabLst>
              <a:defRPr sz="1900">
                <a:solidFill>
                  <a:schemeClr val="tx1"/>
                </a:solidFill>
                <a:latin typeface="Calibri" panose="020F0502020204030204" pitchFamily="34" charset="0"/>
              </a:defRPr>
            </a:lvl7pPr>
            <a:lvl8pPr marL="3636963" indent="-250825" eaLnBrk="0" fontAlgn="base" hangingPunct="0">
              <a:lnSpc>
                <a:spcPct val="90000"/>
              </a:lnSpc>
              <a:spcBef>
                <a:spcPts val="550"/>
              </a:spcBef>
              <a:spcAft>
                <a:spcPct val="0"/>
              </a:spcAft>
              <a:buFont typeface="Arial" panose="020B0604020202020204" pitchFamily="34" charset="0"/>
              <a:buChar char="•"/>
              <a:tabLst>
                <a:tab pos="228600" algn="l"/>
                <a:tab pos="449263" algn="l"/>
              </a:tabLst>
              <a:defRPr sz="1900">
                <a:solidFill>
                  <a:schemeClr val="tx1"/>
                </a:solidFill>
                <a:latin typeface="Calibri" panose="020F0502020204030204" pitchFamily="34" charset="0"/>
              </a:defRPr>
            </a:lvl8pPr>
            <a:lvl9pPr marL="4094163" indent="-250825" eaLnBrk="0" fontAlgn="base" hangingPunct="0">
              <a:lnSpc>
                <a:spcPct val="90000"/>
              </a:lnSpc>
              <a:spcBef>
                <a:spcPts val="550"/>
              </a:spcBef>
              <a:spcAft>
                <a:spcPct val="0"/>
              </a:spcAft>
              <a:buFont typeface="Arial" panose="020B0604020202020204" pitchFamily="34" charset="0"/>
              <a:buChar char="•"/>
              <a:tabLst>
                <a:tab pos="228600" algn="l"/>
                <a:tab pos="449263" algn="l"/>
              </a:tabLst>
              <a:defRPr sz="1900">
                <a:solidFill>
                  <a:schemeClr val="tx1"/>
                </a:solidFill>
                <a:latin typeface="Calibri" panose="020F0502020204030204" pitchFamily="34" charset="0"/>
              </a:defRPr>
            </a:lvl9pPr>
          </a:lstStyle>
          <a:p>
            <a:pPr lvl="3" algn="ctr">
              <a:lnSpc>
                <a:spcPct val="100000"/>
              </a:lnSpc>
              <a:spcBef>
                <a:spcPct val="0"/>
              </a:spcBef>
              <a:buFontTx/>
              <a:buNone/>
            </a:pPr>
            <a:r>
              <a:rPr lang="pl-PL" altLang="pl-PL" sz="1600">
                <a:latin typeface="Times New Roman" panose="02020603050405020304" pitchFamily="18" charset="0"/>
                <a:cs typeface="Times New Roman" panose="02020603050405020304" pitchFamily="18" charset="0"/>
              </a:rPr>
              <a:t>Rys. 3.2. Wykresy przedstawiające zasięg fali dźwiękowej dla obliczeń przybliżonych i dokładnych</a:t>
            </a:r>
          </a:p>
        </p:txBody>
      </p:sp>
      <p:pic>
        <p:nvPicPr>
          <p:cNvPr id="20485" name="Obraz 5">
            <a:extLst>
              <a:ext uri="{FF2B5EF4-FFF2-40B4-BE49-F238E27FC236}">
                <a16:creationId xmlns:a16="http://schemas.microsoft.com/office/drawing/2014/main" id="{391D7EB2-5184-319F-A19A-5E93D6E5E54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02000" y="1862138"/>
            <a:ext cx="5957888" cy="445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ytuł 1">
            <a:extLst>
              <a:ext uri="{FF2B5EF4-FFF2-40B4-BE49-F238E27FC236}">
                <a16:creationId xmlns:a16="http://schemas.microsoft.com/office/drawing/2014/main" id="{14A901BE-7515-E90D-4009-DEDF9E15E8D3}"/>
              </a:ext>
            </a:extLst>
          </p:cNvPr>
          <p:cNvSpPr>
            <a:spLocks noGrp="1"/>
          </p:cNvSpPr>
          <p:nvPr>
            <p:ph type="title"/>
          </p:nvPr>
        </p:nvSpPr>
        <p:spPr>
          <a:xfrm>
            <a:off x="1963738" y="401638"/>
            <a:ext cx="10545762" cy="1460500"/>
          </a:xfrm>
        </p:spPr>
        <p:txBody>
          <a:bodyPr/>
          <a:lstStyle/>
          <a:p>
            <a:r>
              <a:rPr lang="pl-PL" altLang="en-US"/>
              <a:t>3. Konstrukcja Sonaru</a:t>
            </a:r>
          </a:p>
        </p:txBody>
      </p:sp>
      <p:sp>
        <p:nvSpPr>
          <p:cNvPr id="22531" name="Symbol zastępczy zawartości 2">
            <a:extLst>
              <a:ext uri="{FF2B5EF4-FFF2-40B4-BE49-F238E27FC236}">
                <a16:creationId xmlns:a16="http://schemas.microsoft.com/office/drawing/2014/main" id="{60116AD6-1989-03FC-3799-0E4FB905F0ED}"/>
              </a:ext>
            </a:extLst>
          </p:cNvPr>
          <p:cNvSpPr>
            <a:spLocks noGrp="1"/>
          </p:cNvSpPr>
          <p:nvPr>
            <p:ph idx="1"/>
          </p:nvPr>
        </p:nvSpPr>
        <p:spPr/>
        <p:txBody>
          <a:bodyPr/>
          <a:lstStyle/>
          <a:p>
            <a:pPr algn="just"/>
            <a:r>
              <a:rPr lang="pl-PL" altLang="en-US">
                <a:ea typeface="Arial" panose="020B0604020202020204" pitchFamily="34" charset="0"/>
              </a:rPr>
              <a:t>Ze względu na to, że macierz hydrofonów musiała również uwzględniać miejsce na przymocowanie głośnika, dystans między hydrofonami wyniósł 180[mm]. Oznacza to, że aby zapobiec wystąpieniu zjawisku aliasingu sygnał musi mieć częstotliwość poniżej około 4,15[kHz]. Potencjalny zasięg wyniesie wtedy 486[m] dla sygnału wysłanego 150[dB re 1µPa] i odebranego 90[dB re 1µPa].</a:t>
            </a:r>
          </a:p>
        </p:txBody>
      </p:sp>
      <p:sp>
        <p:nvSpPr>
          <p:cNvPr id="22532" name="Rectangle 3">
            <a:extLst>
              <a:ext uri="{FF2B5EF4-FFF2-40B4-BE49-F238E27FC236}">
                <a16:creationId xmlns:a16="http://schemas.microsoft.com/office/drawing/2014/main" id="{F2191AA5-8AEB-D85D-DDA6-D71FF70F23F8}"/>
              </a:ext>
            </a:extLst>
          </p:cNvPr>
          <p:cNvSpPr>
            <a:spLocks noChangeArrowheads="1"/>
          </p:cNvSpPr>
          <p:nvPr/>
        </p:nvSpPr>
        <p:spPr bwMode="auto">
          <a:xfrm>
            <a:off x="4144963" y="6691313"/>
            <a:ext cx="4530725"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marL="250825" indent="-250825">
              <a:lnSpc>
                <a:spcPct val="90000"/>
              </a:lnSpc>
              <a:spcBef>
                <a:spcPts val="1100"/>
              </a:spcBef>
              <a:buFont typeface="Arial" panose="020B0604020202020204" pitchFamily="34" charset="0"/>
              <a:buChar char="•"/>
              <a:tabLst>
                <a:tab pos="228600" algn="l"/>
                <a:tab pos="449263" algn="l"/>
              </a:tabLst>
              <a:defRPr sz="3000">
                <a:solidFill>
                  <a:schemeClr val="tx1"/>
                </a:solidFill>
                <a:latin typeface="Calibri" panose="020F0502020204030204" pitchFamily="34" charset="0"/>
              </a:defRPr>
            </a:lvl1pPr>
            <a:lvl2pPr marL="754063" indent="-250825">
              <a:lnSpc>
                <a:spcPct val="90000"/>
              </a:lnSpc>
              <a:spcBef>
                <a:spcPts val="550"/>
              </a:spcBef>
              <a:buFont typeface="Arial" panose="020B0604020202020204" pitchFamily="34" charset="0"/>
              <a:buChar char="•"/>
              <a:tabLst>
                <a:tab pos="228600" algn="l"/>
                <a:tab pos="449263" algn="l"/>
              </a:tabLst>
              <a:defRPr sz="2600">
                <a:solidFill>
                  <a:schemeClr val="tx1"/>
                </a:solidFill>
                <a:latin typeface="Calibri" panose="020F0502020204030204" pitchFamily="34" charset="0"/>
              </a:defRPr>
            </a:lvl2pPr>
            <a:lvl3pPr marL="1258888" indent="-250825">
              <a:lnSpc>
                <a:spcPct val="90000"/>
              </a:lnSpc>
              <a:spcBef>
                <a:spcPts val="550"/>
              </a:spcBef>
              <a:buFont typeface="Arial" panose="020B0604020202020204" pitchFamily="34" charset="0"/>
              <a:buChar char="•"/>
              <a:tabLst>
                <a:tab pos="228600" algn="l"/>
                <a:tab pos="449263" algn="l"/>
              </a:tabLst>
              <a:defRPr sz="2200">
                <a:solidFill>
                  <a:schemeClr val="tx1"/>
                </a:solidFill>
                <a:latin typeface="Calibri" panose="020F0502020204030204" pitchFamily="34" charset="0"/>
              </a:defRPr>
            </a:lvl3pPr>
            <a:lvl4pPr marL="288925">
              <a:lnSpc>
                <a:spcPct val="90000"/>
              </a:lnSpc>
              <a:spcBef>
                <a:spcPts val="550"/>
              </a:spcBef>
              <a:buFont typeface="Arial" panose="020B0604020202020204" pitchFamily="34" charset="0"/>
              <a:buChar char="•"/>
              <a:tabLst>
                <a:tab pos="228600" algn="l"/>
                <a:tab pos="449263" algn="l"/>
              </a:tabLst>
              <a:defRPr sz="1900">
                <a:solidFill>
                  <a:schemeClr val="tx1"/>
                </a:solidFill>
                <a:latin typeface="Calibri" panose="020F0502020204030204" pitchFamily="34" charset="0"/>
              </a:defRPr>
            </a:lvl4pPr>
            <a:lvl5pPr marL="2265363" indent="-250825">
              <a:lnSpc>
                <a:spcPct val="90000"/>
              </a:lnSpc>
              <a:spcBef>
                <a:spcPts val="550"/>
              </a:spcBef>
              <a:buFont typeface="Arial" panose="020B0604020202020204" pitchFamily="34" charset="0"/>
              <a:buChar char="•"/>
              <a:tabLst>
                <a:tab pos="228600" algn="l"/>
                <a:tab pos="449263" algn="l"/>
              </a:tabLst>
              <a:defRPr sz="1900">
                <a:solidFill>
                  <a:schemeClr val="tx1"/>
                </a:solidFill>
                <a:latin typeface="Calibri" panose="020F0502020204030204" pitchFamily="34" charset="0"/>
              </a:defRPr>
            </a:lvl5pPr>
            <a:lvl6pPr marL="2722563" indent="-250825" eaLnBrk="0" fontAlgn="base" hangingPunct="0">
              <a:lnSpc>
                <a:spcPct val="90000"/>
              </a:lnSpc>
              <a:spcBef>
                <a:spcPts val="550"/>
              </a:spcBef>
              <a:spcAft>
                <a:spcPct val="0"/>
              </a:spcAft>
              <a:buFont typeface="Arial" panose="020B0604020202020204" pitchFamily="34" charset="0"/>
              <a:buChar char="•"/>
              <a:tabLst>
                <a:tab pos="228600" algn="l"/>
                <a:tab pos="449263" algn="l"/>
              </a:tabLst>
              <a:defRPr sz="1900">
                <a:solidFill>
                  <a:schemeClr val="tx1"/>
                </a:solidFill>
                <a:latin typeface="Calibri" panose="020F0502020204030204" pitchFamily="34" charset="0"/>
              </a:defRPr>
            </a:lvl6pPr>
            <a:lvl7pPr marL="3179763" indent="-250825" eaLnBrk="0" fontAlgn="base" hangingPunct="0">
              <a:lnSpc>
                <a:spcPct val="90000"/>
              </a:lnSpc>
              <a:spcBef>
                <a:spcPts val="550"/>
              </a:spcBef>
              <a:spcAft>
                <a:spcPct val="0"/>
              </a:spcAft>
              <a:buFont typeface="Arial" panose="020B0604020202020204" pitchFamily="34" charset="0"/>
              <a:buChar char="•"/>
              <a:tabLst>
                <a:tab pos="228600" algn="l"/>
                <a:tab pos="449263" algn="l"/>
              </a:tabLst>
              <a:defRPr sz="1900">
                <a:solidFill>
                  <a:schemeClr val="tx1"/>
                </a:solidFill>
                <a:latin typeface="Calibri" panose="020F0502020204030204" pitchFamily="34" charset="0"/>
              </a:defRPr>
            </a:lvl7pPr>
            <a:lvl8pPr marL="3636963" indent="-250825" eaLnBrk="0" fontAlgn="base" hangingPunct="0">
              <a:lnSpc>
                <a:spcPct val="90000"/>
              </a:lnSpc>
              <a:spcBef>
                <a:spcPts val="550"/>
              </a:spcBef>
              <a:spcAft>
                <a:spcPct val="0"/>
              </a:spcAft>
              <a:buFont typeface="Arial" panose="020B0604020202020204" pitchFamily="34" charset="0"/>
              <a:buChar char="•"/>
              <a:tabLst>
                <a:tab pos="228600" algn="l"/>
                <a:tab pos="449263" algn="l"/>
              </a:tabLst>
              <a:defRPr sz="1900">
                <a:solidFill>
                  <a:schemeClr val="tx1"/>
                </a:solidFill>
                <a:latin typeface="Calibri" panose="020F0502020204030204" pitchFamily="34" charset="0"/>
              </a:defRPr>
            </a:lvl8pPr>
            <a:lvl9pPr marL="4094163" indent="-250825" eaLnBrk="0" fontAlgn="base" hangingPunct="0">
              <a:lnSpc>
                <a:spcPct val="90000"/>
              </a:lnSpc>
              <a:spcBef>
                <a:spcPts val="550"/>
              </a:spcBef>
              <a:spcAft>
                <a:spcPct val="0"/>
              </a:spcAft>
              <a:buFont typeface="Arial" panose="020B0604020202020204" pitchFamily="34" charset="0"/>
              <a:buChar char="•"/>
              <a:tabLst>
                <a:tab pos="228600" algn="l"/>
                <a:tab pos="449263" algn="l"/>
              </a:tabLst>
              <a:defRPr sz="1900">
                <a:solidFill>
                  <a:schemeClr val="tx1"/>
                </a:solidFill>
                <a:latin typeface="Calibri" panose="020F0502020204030204" pitchFamily="34" charset="0"/>
              </a:defRPr>
            </a:lvl9pPr>
          </a:lstStyle>
          <a:p>
            <a:pPr lvl="3" algn="ctr">
              <a:lnSpc>
                <a:spcPct val="100000"/>
              </a:lnSpc>
              <a:spcBef>
                <a:spcPct val="0"/>
              </a:spcBef>
              <a:buFontTx/>
              <a:buNone/>
            </a:pPr>
            <a:r>
              <a:rPr lang="pl-PL" altLang="pl-PL" sz="1600">
                <a:latin typeface="Times New Roman" panose="02020603050405020304" pitchFamily="18" charset="0"/>
                <a:cs typeface="Times New Roman" panose="02020603050405020304" pitchFamily="18" charset="0"/>
              </a:rPr>
              <a:t>Rys. 3.3. </a:t>
            </a:r>
            <a:r>
              <a:rPr lang="pl-PL" altLang="en-US" sz="1800">
                <a:latin typeface="Times New Roman" panose="02020603050405020304" pitchFamily="18" charset="0"/>
              </a:rPr>
              <a:t>Model CAD macierzy hydrofonów.</a:t>
            </a:r>
            <a:endParaRPr lang="pl-PL" altLang="pl-PL" sz="1600">
              <a:latin typeface="Times New Roman" panose="02020603050405020304" pitchFamily="18" charset="0"/>
              <a:cs typeface="Times New Roman" panose="02020603050405020304" pitchFamily="18" charset="0"/>
            </a:endParaRPr>
          </a:p>
        </p:txBody>
      </p:sp>
      <p:pic>
        <p:nvPicPr>
          <p:cNvPr id="22533" name="Obraz 4">
            <a:extLst>
              <a:ext uri="{FF2B5EF4-FFF2-40B4-BE49-F238E27FC236}">
                <a16:creationId xmlns:a16="http://schemas.microsoft.com/office/drawing/2014/main" id="{2C1F9BDB-6D4E-5CDF-4C05-B5380CB531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84688" y="3778250"/>
            <a:ext cx="3851275" cy="2928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Prostokąt 2">
            <a:hlinkClick r:id="rId3"/>
            <a:extLst>
              <a:ext uri="{FF2B5EF4-FFF2-40B4-BE49-F238E27FC236}">
                <a16:creationId xmlns:a16="http://schemas.microsoft.com/office/drawing/2014/main" id="{962BEE36-320B-AACA-52C2-23201B368B01}"/>
              </a:ext>
            </a:extLst>
          </p:cNvPr>
          <p:cNvSpPr>
            <a:spLocks noChangeArrowheads="1"/>
          </p:cNvSpPr>
          <p:nvPr/>
        </p:nvSpPr>
        <p:spPr bwMode="auto">
          <a:xfrm>
            <a:off x="2468563" y="7018338"/>
            <a:ext cx="18002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round/>
                <a:headEnd/>
                <a:tailEnd/>
              </a14:hiddenLine>
            </a:ext>
          </a:extLst>
        </p:spPr>
        <p:txBody>
          <a:bodyPr lIns="45720" rIns="45720">
            <a:spAutoFit/>
          </a:bodyPr>
          <a:lstStyle>
            <a:lvl1pPr>
              <a:defRPr sz="2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2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2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2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2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a:endParaRPr lang="pl-PL" altLang="pl-PL"/>
          </a:p>
        </p:txBody>
      </p:sp>
      <p:sp>
        <p:nvSpPr>
          <p:cNvPr id="23555" name="Tytuł 1">
            <a:extLst>
              <a:ext uri="{FF2B5EF4-FFF2-40B4-BE49-F238E27FC236}">
                <a16:creationId xmlns:a16="http://schemas.microsoft.com/office/drawing/2014/main" id="{0319B541-D060-3327-C4FF-27746180B566}"/>
              </a:ext>
            </a:extLst>
          </p:cNvPr>
          <p:cNvSpPr>
            <a:spLocks noGrp="1"/>
          </p:cNvSpPr>
          <p:nvPr>
            <p:ph type="title"/>
          </p:nvPr>
        </p:nvSpPr>
        <p:spPr>
          <a:xfrm>
            <a:off x="1965325" y="401638"/>
            <a:ext cx="10544175" cy="1460500"/>
          </a:xfrm>
        </p:spPr>
        <p:txBody>
          <a:bodyPr/>
          <a:lstStyle/>
          <a:p>
            <a:r>
              <a:rPr lang="pl-PL" altLang="en-US"/>
              <a:t>4. Elektronika</a:t>
            </a:r>
          </a:p>
        </p:txBody>
      </p:sp>
      <p:sp>
        <p:nvSpPr>
          <p:cNvPr id="23556" name="Symbol zastępczy zawartości 2">
            <a:extLst>
              <a:ext uri="{FF2B5EF4-FFF2-40B4-BE49-F238E27FC236}">
                <a16:creationId xmlns:a16="http://schemas.microsoft.com/office/drawing/2014/main" id="{3A2E5B65-E0B6-62C7-B3F1-D9D8ECF37E3C}"/>
              </a:ext>
            </a:extLst>
          </p:cNvPr>
          <p:cNvSpPr>
            <a:spLocks noGrp="1"/>
          </p:cNvSpPr>
          <p:nvPr>
            <p:ph idx="1"/>
          </p:nvPr>
        </p:nvSpPr>
        <p:spPr/>
        <p:txBody>
          <a:bodyPr/>
          <a:lstStyle/>
          <a:p>
            <a:r>
              <a:rPr lang="pl-PL" altLang="en-US" b="1"/>
              <a:t>Włącznik</a:t>
            </a:r>
          </a:p>
          <a:p>
            <a:pPr algn="just"/>
            <a:r>
              <a:rPr lang="pl-PL" altLang="en-US"/>
              <a:t>W celu oszczędności energii baterii zdecydowano się na dodanie dodatkowej jednostki sterującej energią, która odpowiadała by za włączenie głównego mikrokontrolera. Zdecydowano się użyć to tego celu przekaźnika wyzwalanej kontaktronem.</a:t>
            </a:r>
          </a:p>
          <a:p>
            <a:endParaRPr lang="pl-PL" altLang="en-US"/>
          </a:p>
        </p:txBody>
      </p:sp>
      <p:sp>
        <p:nvSpPr>
          <p:cNvPr id="23557" name="Rectangle 3">
            <a:extLst>
              <a:ext uri="{FF2B5EF4-FFF2-40B4-BE49-F238E27FC236}">
                <a16:creationId xmlns:a16="http://schemas.microsoft.com/office/drawing/2014/main" id="{AE0F91ED-BDBF-9346-89BF-E7484FA92D7C}"/>
              </a:ext>
            </a:extLst>
          </p:cNvPr>
          <p:cNvSpPr>
            <a:spLocks noChangeArrowheads="1"/>
          </p:cNvSpPr>
          <p:nvPr/>
        </p:nvSpPr>
        <p:spPr bwMode="auto">
          <a:xfrm>
            <a:off x="4232275" y="6569075"/>
            <a:ext cx="4319588"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marL="250825" indent="-250825">
              <a:lnSpc>
                <a:spcPct val="90000"/>
              </a:lnSpc>
              <a:spcBef>
                <a:spcPts val="1100"/>
              </a:spcBef>
              <a:buFont typeface="Arial" panose="020B0604020202020204" pitchFamily="34" charset="0"/>
              <a:buChar char="•"/>
              <a:tabLst>
                <a:tab pos="228600" algn="l"/>
                <a:tab pos="449263" algn="l"/>
              </a:tabLst>
              <a:defRPr sz="3000">
                <a:solidFill>
                  <a:schemeClr val="tx1"/>
                </a:solidFill>
                <a:latin typeface="Calibri" panose="020F0502020204030204" pitchFamily="34" charset="0"/>
              </a:defRPr>
            </a:lvl1pPr>
            <a:lvl2pPr marL="754063" indent="-250825">
              <a:lnSpc>
                <a:spcPct val="90000"/>
              </a:lnSpc>
              <a:spcBef>
                <a:spcPts val="550"/>
              </a:spcBef>
              <a:buFont typeface="Arial" panose="020B0604020202020204" pitchFamily="34" charset="0"/>
              <a:buChar char="•"/>
              <a:tabLst>
                <a:tab pos="228600" algn="l"/>
                <a:tab pos="449263" algn="l"/>
              </a:tabLst>
              <a:defRPr sz="2600">
                <a:solidFill>
                  <a:schemeClr val="tx1"/>
                </a:solidFill>
                <a:latin typeface="Calibri" panose="020F0502020204030204" pitchFamily="34" charset="0"/>
              </a:defRPr>
            </a:lvl2pPr>
            <a:lvl3pPr marL="1258888" indent="-250825">
              <a:lnSpc>
                <a:spcPct val="90000"/>
              </a:lnSpc>
              <a:spcBef>
                <a:spcPts val="550"/>
              </a:spcBef>
              <a:buFont typeface="Arial" panose="020B0604020202020204" pitchFamily="34" charset="0"/>
              <a:buChar char="•"/>
              <a:tabLst>
                <a:tab pos="228600" algn="l"/>
                <a:tab pos="449263" algn="l"/>
              </a:tabLst>
              <a:defRPr sz="2200">
                <a:solidFill>
                  <a:schemeClr val="tx1"/>
                </a:solidFill>
                <a:latin typeface="Calibri" panose="020F0502020204030204" pitchFamily="34" charset="0"/>
              </a:defRPr>
            </a:lvl3pPr>
            <a:lvl4pPr marL="288925">
              <a:lnSpc>
                <a:spcPct val="90000"/>
              </a:lnSpc>
              <a:spcBef>
                <a:spcPts val="550"/>
              </a:spcBef>
              <a:buFont typeface="Arial" panose="020B0604020202020204" pitchFamily="34" charset="0"/>
              <a:buChar char="•"/>
              <a:tabLst>
                <a:tab pos="228600" algn="l"/>
                <a:tab pos="449263" algn="l"/>
              </a:tabLst>
              <a:defRPr sz="1900">
                <a:solidFill>
                  <a:schemeClr val="tx1"/>
                </a:solidFill>
                <a:latin typeface="Calibri" panose="020F0502020204030204" pitchFamily="34" charset="0"/>
              </a:defRPr>
            </a:lvl4pPr>
            <a:lvl5pPr marL="2265363" indent="-250825">
              <a:lnSpc>
                <a:spcPct val="90000"/>
              </a:lnSpc>
              <a:spcBef>
                <a:spcPts val="550"/>
              </a:spcBef>
              <a:buFont typeface="Arial" panose="020B0604020202020204" pitchFamily="34" charset="0"/>
              <a:buChar char="•"/>
              <a:tabLst>
                <a:tab pos="228600" algn="l"/>
                <a:tab pos="449263" algn="l"/>
              </a:tabLst>
              <a:defRPr sz="1900">
                <a:solidFill>
                  <a:schemeClr val="tx1"/>
                </a:solidFill>
                <a:latin typeface="Calibri" panose="020F0502020204030204" pitchFamily="34" charset="0"/>
              </a:defRPr>
            </a:lvl5pPr>
            <a:lvl6pPr marL="2722563" indent="-250825" eaLnBrk="0" fontAlgn="base" hangingPunct="0">
              <a:lnSpc>
                <a:spcPct val="90000"/>
              </a:lnSpc>
              <a:spcBef>
                <a:spcPts val="550"/>
              </a:spcBef>
              <a:spcAft>
                <a:spcPct val="0"/>
              </a:spcAft>
              <a:buFont typeface="Arial" panose="020B0604020202020204" pitchFamily="34" charset="0"/>
              <a:buChar char="•"/>
              <a:tabLst>
                <a:tab pos="228600" algn="l"/>
                <a:tab pos="449263" algn="l"/>
              </a:tabLst>
              <a:defRPr sz="1900">
                <a:solidFill>
                  <a:schemeClr val="tx1"/>
                </a:solidFill>
                <a:latin typeface="Calibri" panose="020F0502020204030204" pitchFamily="34" charset="0"/>
              </a:defRPr>
            </a:lvl6pPr>
            <a:lvl7pPr marL="3179763" indent="-250825" eaLnBrk="0" fontAlgn="base" hangingPunct="0">
              <a:lnSpc>
                <a:spcPct val="90000"/>
              </a:lnSpc>
              <a:spcBef>
                <a:spcPts val="550"/>
              </a:spcBef>
              <a:spcAft>
                <a:spcPct val="0"/>
              </a:spcAft>
              <a:buFont typeface="Arial" panose="020B0604020202020204" pitchFamily="34" charset="0"/>
              <a:buChar char="•"/>
              <a:tabLst>
                <a:tab pos="228600" algn="l"/>
                <a:tab pos="449263" algn="l"/>
              </a:tabLst>
              <a:defRPr sz="1900">
                <a:solidFill>
                  <a:schemeClr val="tx1"/>
                </a:solidFill>
                <a:latin typeface="Calibri" panose="020F0502020204030204" pitchFamily="34" charset="0"/>
              </a:defRPr>
            </a:lvl7pPr>
            <a:lvl8pPr marL="3636963" indent="-250825" eaLnBrk="0" fontAlgn="base" hangingPunct="0">
              <a:lnSpc>
                <a:spcPct val="90000"/>
              </a:lnSpc>
              <a:spcBef>
                <a:spcPts val="550"/>
              </a:spcBef>
              <a:spcAft>
                <a:spcPct val="0"/>
              </a:spcAft>
              <a:buFont typeface="Arial" panose="020B0604020202020204" pitchFamily="34" charset="0"/>
              <a:buChar char="•"/>
              <a:tabLst>
                <a:tab pos="228600" algn="l"/>
                <a:tab pos="449263" algn="l"/>
              </a:tabLst>
              <a:defRPr sz="1900">
                <a:solidFill>
                  <a:schemeClr val="tx1"/>
                </a:solidFill>
                <a:latin typeface="Calibri" panose="020F0502020204030204" pitchFamily="34" charset="0"/>
              </a:defRPr>
            </a:lvl8pPr>
            <a:lvl9pPr marL="4094163" indent="-250825" eaLnBrk="0" fontAlgn="base" hangingPunct="0">
              <a:lnSpc>
                <a:spcPct val="90000"/>
              </a:lnSpc>
              <a:spcBef>
                <a:spcPts val="550"/>
              </a:spcBef>
              <a:spcAft>
                <a:spcPct val="0"/>
              </a:spcAft>
              <a:buFont typeface="Arial" panose="020B0604020202020204" pitchFamily="34" charset="0"/>
              <a:buChar char="•"/>
              <a:tabLst>
                <a:tab pos="228600" algn="l"/>
                <a:tab pos="449263" algn="l"/>
              </a:tabLst>
              <a:defRPr sz="1900">
                <a:solidFill>
                  <a:schemeClr val="tx1"/>
                </a:solidFill>
                <a:latin typeface="Calibri" panose="020F0502020204030204" pitchFamily="34" charset="0"/>
              </a:defRPr>
            </a:lvl9pPr>
          </a:lstStyle>
          <a:p>
            <a:pPr lvl="3" algn="ctr">
              <a:lnSpc>
                <a:spcPct val="100000"/>
              </a:lnSpc>
              <a:spcBef>
                <a:spcPct val="0"/>
              </a:spcBef>
              <a:buFontTx/>
              <a:buNone/>
            </a:pPr>
            <a:r>
              <a:rPr lang="pl-PL" altLang="pl-PL" sz="1600">
                <a:latin typeface="Times New Roman" panose="02020603050405020304" pitchFamily="18" charset="0"/>
                <a:cs typeface="Times New Roman" panose="02020603050405020304" pitchFamily="18" charset="0"/>
              </a:rPr>
              <a:t>Rys. 4.1. </a:t>
            </a:r>
            <a:r>
              <a:rPr lang="pl-PL" altLang="en-US" sz="1800">
                <a:latin typeface="Times New Roman" panose="02020603050405020304" pitchFamily="18" charset="0"/>
              </a:rPr>
              <a:t>Schemat połączenia przekaźnika.</a:t>
            </a:r>
            <a:endParaRPr lang="pl-PL" altLang="pl-PL" sz="1600">
              <a:latin typeface="Times New Roman" panose="02020603050405020304" pitchFamily="18" charset="0"/>
              <a:cs typeface="Times New Roman" panose="02020603050405020304" pitchFamily="18" charset="0"/>
            </a:endParaRPr>
          </a:p>
        </p:txBody>
      </p:sp>
      <p:pic>
        <p:nvPicPr>
          <p:cNvPr id="23558" name="Obraz 10">
            <a:extLst>
              <a:ext uri="{FF2B5EF4-FFF2-40B4-BE49-F238E27FC236}">
                <a16:creationId xmlns:a16="http://schemas.microsoft.com/office/drawing/2014/main" id="{4DF34D7E-7B5E-971E-4EE8-A3832F17689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t="3767" b="8098"/>
          <a:stretch>
            <a:fillRect/>
          </a:stretch>
        </p:blipFill>
        <p:spPr bwMode="auto">
          <a:xfrm>
            <a:off x="5203825" y="3500438"/>
            <a:ext cx="3025775" cy="3068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Prostokąt 2">
            <a:hlinkClick r:id="rId3"/>
            <a:extLst>
              <a:ext uri="{FF2B5EF4-FFF2-40B4-BE49-F238E27FC236}">
                <a16:creationId xmlns:a16="http://schemas.microsoft.com/office/drawing/2014/main" id="{AEAA119D-7E80-F716-A55B-9AC006E2DF60}"/>
              </a:ext>
            </a:extLst>
          </p:cNvPr>
          <p:cNvSpPr>
            <a:spLocks noChangeArrowheads="1"/>
          </p:cNvSpPr>
          <p:nvPr/>
        </p:nvSpPr>
        <p:spPr bwMode="auto">
          <a:xfrm>
            <a:off x="2468563" y="7018338"/>
            <a:ext cx="18002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round/>
                <a:headEnd/>
                <a:tailEnd/>
              </a14:hiddenLine>
            </a:ext>
          </a:extLst>
        </p:spPr>
        <p:txBody>
          <a:bodyPr lIns="45720" rIns="45720">
            <a:spAutoFit/>
          </a:bodyPr>
          <a:lstStyle>
            <a:lvl1pPr>
              <a:defRPr sz="2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2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2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2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2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a:endParaRPr lang="pl-PL" altLang="pl-PL"/>
          </a:p>
        </p:txBody>
      </p:sp>
      <p:sp>
        <p:nvSpPr>
          <p:cNvPr id="25603" name="Tytuł 1">
            <a:extLst>
              <a:ext uri="{FF2B5EF4-FFF2-40B4-BE49-F238E27FC236}">
                <a16:creationId xmlns:a16="http://schemas.microsoft.com/office/drawing/2014/main" id="{79BAE1E6-409D-EDC8-A10D-64F28E0AA231}"/>
              </a:ext>
            </a:extLst>
          </p:cNvPr>
          <p:cNvSpPr>
            <a:spLocks noGrp="1"/>
          </p:cNvSpPr>
          <p:nvPr>
            <p:ph type="title"/>
          </p:nvPr>
        </p:nvSpPr>
        <p:spPr>
          <a:xfrm>
            <a:off x="1963738" y="401638"/>
            <a:ext cx="10545762" cy="1460500"/>
          </a:xfrm>
        </p:spPr>
        <p:txBody>
          <a:bodyPr/>
          <a:lstStyle/>
          <a:p>
            <a:r>
              <a:rPr lang="pl-PL" altLang="en-US"/>
              <a:t>4. Elektronika</a:t>
            </a:r>
          </a:p>
        </p:txBody>
      </p:sp>
      <p:sp>
        <p:nvSpPr>
          <p:cNvPr id="25604" name="Symbol zastępczy zawartości 2">
            <a:extLst>
              <a:ext uri="{FF2B5EF4-FFF2-40B4-BE49-F238E27FC236}">
                <a16:creationId xmlns:a16="http://schemas.microsoft.com/office/drawing/2014/main" id="{429AF3BA-C523-1264-375F-FCAF47329CF5}"/>
              </a:ext>
            </a:extLst>
          </p:cNvPr>
          <p:cNvSpPr>
            <a:spLocks noGrp="1"/>
          </p:cNvSpPr>
          <p:nvPr>
            <p:ph idx="1"/>
          </p:nvPr>
        </p:nvSpPr>
        <p:spPr/>
        <p:txBody>
          <a:bodyPr/>
          <a:lstStyle/>
          <a:p>
            <a:pPr algn="just"/>
            <a:r>
              <a:rPr lang="pl-PL" altLang="en-US" b="1"/>
              <a:t>Głośnik</a:t>
            </a:r>
          </a:p>
          <a:p>
            <a:pPr algn="just"/>
            <a:r>
              <a:rPr lang="pl-PL" altLang="en-US">
                <a:ea typeface="Arial" panose="020B0604020202020204" pitchFamily="34" charset="0"/>
              </a:rPr>
              <a:t>Początkowo do sterowania głośnikiem planowano wykorzystać kartę dźwiękową MAYA44USB+. Jednak aby ułatwić sterowanie i zmniejszyć gabaryty układu, do generowania sygnału wykorzystano wyjścia PWM mikrokontrolera.</a:t>
            </a:r>
          </a:p>
          <a:p>
            <a:endParaRPr lang="pl-PL" altLang="en-US"/>
          </a:p>
          <a:p>
            <a:endParaRPr lang="pl-PL" altLang="en-US"/>
          </a:p>
        </p:txBody>
      </p:sp>
      <p:sp>
        <p:nvSpPr>
          <p:cNvPr id="25605" name="Rectangle 3">
            <a:extLst>
              <a:ext uri="{FF2B5EF4-FFF2-40B4-BE49-F238E27FC236}">
                <a16:creationId xmlns:a16="http://schemas.microsoft.com/office/drawing/2014/main" id="{D394816E-1BB1-92B9-0C8B-D981056B1C8E}"/>
              </a:ext>
            </a:extLst>
          </p:cNvPr>
          <p:cNvSpPr>
            <a:spLocks noChangeArrowheads="1"/>
          </p:cNvSpPr>
          <p:nvPr/>
        </p:nvSpPr>
        <p:spPr bwMode="auto">
          <a:xfrm>
            <a:off x="4398963" y="6569075"/>
            <a:ext cx="3986212"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marL="250825" indent="-250825">
              <a:lnSpc>
                <a:spcPct val="90000"/>
              </a:lnSpc>
              <a:spcBef>
                <a:spcPts val="1100"/>
              </a:spcBef>
              <a:buFont typeface="Arial" panose="020B0604020202020204" pitchFamily="34" charset="0"/>
              <a:buChar char="•"/>
              <a:tabLst>
                <a:tab pos="228600" algn="l"/>
                <a:tab pos="449263" algn="l"/>
              </a:tabLst>
              <a:defRPr sz="3000">
                <a:solidFill>
                  <a:schemeClr val="tx1"/>
                </a:solidFill>
                <a:latin typeface="Calibri" panose="020F0502020204030204" pitchFamily="34" charset="0"/>
              </a:defRPr>
            </a:lvl1pPr>
            <a:lvl2pPr marL="754063" indent="-250825">
              <a:lnSpc>
                <a:spcPct val="90000"/>
              </a:lnSpc>
              <a:spcBef>
                <a:spcPts val="550"/>
              </a:spcBef>
              <a:buFont typeface="Arial" panose="020B0604020202020204" pitchFamily="34" charset="0"/>
              <a:buChar char="•"/>
              <a:tabLst>
                <a:tab pos="228600" algn="l"/>
                <a:tab pos="449263" algn="l"/>
              </a:tabLst>
              <a:defRPr sz="2600">
                <a:solidFill>
                  <a:schemeClr val="tx1"/>
                </a:solidFill>
                <a:latin typeface="Calibri" panose="020F0502020204030204" pitchFamily="34" charset="0"/>
              </a:defRPr>
            </a:lvl2pPr>
            <a:lvl3pPr marL="1258888" indent="-250825">
              <a:lnSpc>
                <a:spcPct val="90000"/>
              </a:lnSpc>
              <a:spcBef>
                <a:spcPts val="550"/>
              </a:spcBef>
              <a:buFont typeface="Arial" panose="020B0604020202020204" pitchFamily="34" charset="0"/>
              <a:buChar char="•"/>
              <a:tabLst>
                <a:tab pos="228600" algn="l"/>
                <a:tab pos="449263" algn="l"/>
              </a:tabLst>
              <a:defRPr sz="2200">
                <a:solidFill>
                  <a:schemeClr val="tx1"/>
                </a:solidFill>
                <a:latin typeface="Calibri" panose="020F0502020204030204" pitchFamily="34" charset="0"/>
              </a:defRPr>
            </a:lvl3pPr>
            <a:lvl4pPr marL="288925">
              <a:lnSpc>
                <a:spcPct val="90000"/>
              </a:lnSpc>
              <a:spcBef>
                <a:spcPts val="550"/>
              </a:spcBef>
              <a:buFont typeface="Arial" panose="020B0604020202020204" pitchFamily="34" charset="0"/>
              <a:buChar char="•"/>
              <a:tabLst>
                <a:tab pos="228600" algn="l"/>
                <a:tab pos="449263" algn="l"/>
              </a:tabLst>
              <a:defRPr sz="1900">
                <a:solidFill>
                  <a:schemeClr val="tx1"/>
                </a:solidFill>
                <a:latin typeface="Calibri" panose="020F0502020204030204" pitchFamily="34" charset="0"/>
              </a:defRPr>
            </a:lvl4pPr>
            <a:lvl5pPr marL="2265363" indent="-250825">
              <a:lnSpc>
                <a:spcPct val="90000"/>
              </a:lnSpc>
              <a:spcBef>
                <a:spcPts val="550"/>
              </a:spcBef>
              <a:buFont typeface="Arial" panose="020B0604020202020204" pitchFamily="34" charset="0"/>
              <a:buChar char="•"/>
              <a:tabLst>
                <a:tab pos="228600" algn="l"/>
                <a:tab pos="449263" algn="l"/>
              </a:tabLst>
              <a:defRPr sz="1900">
                <a:solidFill>
                  <a:schemeClr val="tx1"/>
                </a:solidFill>
                <a:latin typeface="Calibri" panose="020F0502020204030204" pitchFamily="34" charset="0"/>
              </a:defRPr>
            </a:lvl5pPr>
            <a:lvl6pPr marL="2722563" indent="-250825" eaLnBrk="0" fontAlgn="base" hangingPunct="0">
              <a:lnSpc>
                <a:spcPct val="90000"/>
              </a:lnSpc>
              <a:spcBef>
                <a:spcPts val="550"/>
              </a:spcBef>
              <a:spcAft>
                <a:spcPct val="0"/>
              </a:spcAft>
              <a:buFont typeface="Arial" panose="020B0604020202020204" pitchFamily="34" charset="0"/>
              <a:buChar char="•"/>
              <a:tabLst>
                <a:tab pos="228600" algn="l"/>
                <a:tab pos="449263" algn="l"/>
              </a:tabLst>
              <a:defRPr sz="1900">
                <a:solidFill>
                  <a:schemeClr val="tx1"/>
                </a:solidFill>
                <a:latin typeface="Calibri" panose="020F0502020204030204" pitchFamily="34" charset="0"/>
              </a:defRPr>
            </a:lvl6pPr>
            <a:lvl7pPr marL="3179763" indent="-250825" eaLnBrk="0" fontAlgn="base" hangingPunct="0">
              <a:lnSpc>
                <a:spcPct val="90000"/>
              </a:lnSpc>
              <a:spcBef>
                <a:spcPts val="550"/>
              </a:spcBef>
              <a:spcAft>
                <a:spcPct val="0"/>
              </a:spcAft>
              <a:buFont typeface="Arial" panose="020B0604020202020204" pitchFamily="34" charset="0"/>
              <a:buChar char="•"/>
              <a:tabLst>
                <a:tab pos="228600" algn="l"/>
                <a:tab pos="449263" algn="l"/>
              </a:tabLst>
              <a:defRPr sz="1900">
                <a:solidFill>
                  <a:schemeClr val="tx1"/>
                </a:solidFill>
                <a:latin typeface="Calibri" panose="020F0502020204030204" pitchFamily="34" charset="0"/>
              </a:defRPr>
            </a:lvl7pPr>
            <a:lvl8pPr marL="3636963" indent="-250825" eaLnBrk="0" fontAlgn="base" hangingPunct="0">
              <a:lnSpc>
                <a:spcPct val="90000"/>
              </a:lnSpc>
              <a:spcBef>
                <a:spcPts val="550"/>
              </a:spcBef>
              <a:spcAft>
                <a:spcPct val="0"/>
              </a:spcAft>
              <a:buFont typeface="Arial" panose="020B0604020202020204" pitchFamily="34" charset="0"/>
              <a:buChar char="•"/>
              <a:tabLst>
                <a:tab pos="228600" algn="l"/>
                <a:tab pos="449263" algn="l"/>
              </a:tabLst>
              <a:defRPr sz="1900">
                <a:solidFill>
                  <a:schemeClr val="tx1"/>
                </a:solidFill>
                <a:latin typeface="Calibri" panose="020F0502020204030204" pitchFamily="34" charset="0"/>
              </a:defRPr>
            </a:lvl8pPr>
            <a:lvl9pPr marL="4094163" indent="-250825" eaLnBrk="0" fontAlgn="base" hangingPunct="0">
              <a:lnSpc>
                <a:spcPct val="90000"/>
              </a:lnSpc>
              <a:spcBef>
                <a:spcPts val="550"/>
              </a:spcBef>
              <a:spcAft>
                <a:spcPct val="0"/>
              </a:spcAft>
              <a:buFont typeface="Arial" panose="020B0604020202020204" pitchFamily="34" charset="0"/>
              <a:buChar char="•"/>
              <a:tabLst>
                <a:tab pos="228600" algn="l"/>
                <a:tab pos="449263" algn="l"/>
              </a:tabLst>
              <a:defRPr sz="1900">
                <a:solidFill>
                  <a:schemeClr val="tx1"/>
                </a:solidFill>
                <a:latin typeface="Calibri" panose="020F0502020204030204" pitchFamily="34" charset="0"/>
              </a:defRPr>
            </a:lvl9pPr>
          </a:lstStyle>
          <a:p>
            <a:pPr lvl="3" algn="ctr">
              <a:lnSpc>
                <a:spcPct val="100000"/>
              </a:lnSpc>
              <a:spcBef>
                <a:spcPct val="0"/>
              </a:spcBef>
              <a:buFontTx/>
              <a:buNone/>
            </a:pPr>
            <a:r>
              <a:rPr lang="pl-PL" altLang="pl-PL" sz="1600">
                <a:latin typeface="Times New Roman" panose="02020603050405020304" pitchFamily="18" charset="0"/>
                <a:cs typeface="Times New Roman" panose="02020603050405020304" pitchFamily="18" charset="0"/>
              </a:rPr>
              <a:t>Rys. 4.2. </a:t>
            </a:r>
            <a:r>
              <a:rPr lang="pl-PL" altLang="en-US" sz="1800">
                <a:latin typeface="Times New Roman" panose="02020603050405020304" pitchFamily="18" charset="0"/>
              </a:rPr>
              <a:t>Schemat połączenia głośnika.</a:t>
            </a:r>
            <a:endParaRPr lang="pl-PL" altLang="pl-PL" sz="1600">
              <a:latin typeface="Times New Roman" panose="02020603050405020304" pitchFamily="18" charset="0"/>
              <a:cs typeface="Times New Roman" panose="02020603050405020304" pitchFamily="18" charset="0"/>
            </a:endParaRPr>
          </a:p>
        </p:txBody>
      </p:sp>
      <p:pic>
        <p:nvPicPr>
          <p:cNvPr id="25606" name="Obraz 7">
            <a:extLst>
              <a:ext uri="{FF2B5EF4-FFF2-40B4-BE49-F238E27FC236}">
                <a16:creationId xmlns:a16="http://schemas.microsoft.com/office/drawing/2014/main" id="{B96891C9-46F3-70E2-0304-4145B2C3A03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16213" y="3778250"/>
            <a:ext cx="8001000" cy="2792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Prostokąt 2">
            <a:hlinkClick r:id="rId3"/>
            <a:extLst>
              <a:ext uri="{FF2B5EF4-FFF2-40B4-BE49-F238E27FC236}">
                <a16:creationId xmlns:a16="http://schemas.microsoft.com/office/drawing/2014/main" id="{35B49973-6951-3EF9-B142-5258053377FB}"/>
              </a:ext>
            </a:extLst>
          </p:cNvPr>
          <p:cNvSpPr>
            <a:spLocks noChangeArrowheads="1"/>
          </p:cNvSpPr>
          <p:nvPr/>
        </p:nvSpPr>
        <p:spPr bwMode="auto">
          <a:xfrm>
            <a:off x="2468563" y="7018338"/>
            <a:ext cx="18002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round/>
                <a:headEnd/>
                <a:tailEnd/>
              </a14:hiddenLine>
            </a:ext>
          </a:extLst>
        </p:spPr>
        <p:txBody>
          <a:bodyPr lIns="45720" rIns="45720">
            <a:spAutoFit/>
          </a:bodyPr>
          <a:lstStyle>
            <a:lvl1pPr>
              <a:defRPr sz="2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2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2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2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2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a:endParaRPr lang="pl-PL" altLang="pl-PL"/>
          </a:p>
        </p:txBody>
      </p:sp>
      <p:sp>
        <p:nvSpPr>
          <p:cNvPr id="27651" name="Tytuł 1">
            <a:extLst>
              <a:ext uri="{FF2B5EF4-FFF2-40B4-BE49-F238E27FC236}">
                <a16:creationId xmlns:a16="http://schemas.microsoft.com/office/drawing/2014/main" id="{823B1597-43F8-1D7B-7D4D-B908B5B6B4BB}"/>
              </a:ext>
            </a:extLst>
          </p:cNvPr>
          <p:cNvSpPr>
            <a:spLocks noGrp="1"/>
          </p:cNvSpPr>
          <p:nvPr>
            <p:ph type="title"/>
          </p:nvPr>
        </p:nvSpPr>
        <p:spPr>
          <a:xfrm>
            <a:off x="1963738" y="401638"/>
            <a:ext cx="10545762" cy="1460500"/>
          </a:xfrm>
        </p:spPr>
        <p:txBody>
          <a:bodyPr/>
          <a:lstStyle/>
          <a:p>
            <a:r>
              <a:rPr lang="pl-PL" altLang="en-US"/>
              <a:t>4. Elektronika</a:t>
            </a:r>
          </a:p>
        </p:txBody>
      </p:sp>
      <p:sp>
        <p:nvSpPr>
          <p:cNvPr id="27652" name="Rectangle 3">
            <a:extLst>
              <a:ext uri="{FF2B5EF4-FFF2-40B4-BE49-F238E27FC236}">
                <a16:creationId xmlns:a16="http://schemas.microsoft.com/office/drawing/2014/main" id="{66D4552A-E528-2F4D-3004-E28F97B42432}"/>
              </a:ext>
            </a:extLst>
          </p:cNvPr>
          <p:cNvSpPr>
            <a:spLocks noChangeArrowheads="1"/>
          </p:cNvSpPr>
          <p:nvPr/>
        </p:nvSpPr>
        <p:spPr bwMode="auto">
          <a:xfrm>
            <a:off x="2559050" y="6569075"/>
            <a:ext cx="7666038"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marL="250825" indent="-250825">
              <a:lnSpc>
                <a:spcPct val="90000"/>
              </a:lnSpc>
              <a:spcBef>
                <a:spcPts val="1100"/>
              </a:spcBef>
              <a:buFont typeface="Arial" panose="020B0604020202020204" pitchFamily="34" charset="0"/>
              <a:buChar char="•"/>
              <a:tabLst>
                <a:tab pos="228600" algn="l"/>
                <a:tab pos="449263" algn="l"/>
              </a:tabLst>
              <a:defRPr sz="3000">
                <a:solidFill>
                  <a:schemeClr val="tx1"/>
                </a:solidFill>
                <a:latin typeface="Calibri" panose="020F0502020204030204" pitchFamily="34" charset="0"/>
              </a:defRPr>
            </a:lvl1pPr>
            <a:lvl2pPr marL="754063" indent="-250825">
              <a:lnSpc>
                <a:spcPct val="90000"/>
              </a:lnSpc>
              <a:spcBef>
                <a:spcPts val="550"/>
              </a:spcBef>
              <a:buFont typeface="Arial" panose="020B0604020202020204" pitchFamily="34" charset="0"/>
              <a:buChar char="•"/>
              <a:tabLst>
                <a:tab pos="228600" algn="l"/>
                <a:tab pos="449263" algn="l"/>
              </a:tabLst>
              <a:defRPr sz="2600">
                <a:solidFill>
                  <a:schemeClr val="tx1"/>
                </a:solidFill>
                <a:latin typeface="Calibri" panose="020F0502020204030204" pitchFamily="34" charset="0"/>
              </a:defRPr>
            </a:lvl2pPr>
            <a:lvl3pPr marL="1258888" indent="-250825">
              <a:lnSpc>
                <a:spcPct val="90000"/>
              </a:lnSpc>
              <a:spcBef>
                <a:spcPts val="550"/>
              </a:spcBef>
              <a:buFont typeface="Arial" panose="020B0604020202020204" pitchFamily="34" charset="0"/>
              <a:buChar char="•"/>
              <a:tabLst>
                <a:tab pos="228600" algn="l"/>
                <a:tab pos="449263" algn="l"/>
              </a:tabLst>
              <a:defRPr sz="2200">
                <a:solidFill>
                  <a:schemeClr val="tx1"/>
                </a:solidFill>
                <a:latin typeface="Calibri" panose="020F0502020204030204" pitchFamily="34" charset="0"/>
              </a:defRPr>
            </a:lvl3pPr>
            <a:lvl4pPr marL="288925">
              <a:lnSpc>
                <a:spcPct val="90000"/>
              </a:lnSpc>
              <a:spcBef>
                <a:spcPts val="550"/>
              </a:spcBef>
              <a:buFont typeface="Arial" panose="020B0604020202020204" pitchFamily="34" charset="0"/>
              <a:buChar char="•"/>
              <a:tabLst>
                <a:tab pos="228600" algn="l"/>
                <a:tab pos="449263" algn="l"/>
              </a:tabLst>
              <a:defRPr sz="1900">
                <a:solidFill>
                  <a:schemeClr val="tx1"/>
                </a:solidFill>
                <a:latin typeface="Calibri" panose="020F0502020204030204" pitchFamily="34" charset="0"/>
              </a:defRPr>
            </a:lvl4pPr>
            <a:lvl5pPr marL="2265363" indent="-250825">
              <a:lnSpc>
                <a:spcPct val="90000"/>
              </a:lnSpc>
              <a:spcBef>
                <a:spcPts val="550"/>
              </a:spcBef>
              <a:buFont typeface="Arial" panose="020B0604020202020204" pitchFamily="34" charset="0"/>
              <a:buChar char="•"/>
              <a:tabLst>
                <a:tab pos="228600" algn="l"/>
                <a:tab pos="449263" algn="l"/>
              </a:tabLst>
              <a:defRPr sz="1900">
                <a:solidFill>
                  <a:schemeClr val="tx1"/>
                </a:solidFill>
                <a:latin typeface="Calibri" panose="020F0502020204030204" pitchFamily="34" charset="0"/>
              </a:defRPr>
            </a:lvl5pPr>
            <a:lvl6pPr marL="2722563" indent="-250825" eaLnBrk="0" fontAlgn="base" hangingPunct="0">
              <a:lnSpc>
                <a:spcPct val="90000"/>
              </a:lnSpc>
              <a:spcBef>
                <a:spcPts val="550"/>
              </a:spcBef>
              <a:spcAft>
                <a:spcPct val="0"/>
              </a:spcAft>
              <a:buFont typeface="Arial" panose="020B0604020202020204" pitchFamily="34" charset="0"/>
              <a:buChar char="•"/>
              <a:tabLst>
                <a:tab pos="228600" algn="l"/>
                <a:tab pos="449263" algn="l"/>
              </a:tabLst>
              <a:defRPr sz="1900">
                <a:solidFill>
                  <a:schemeClr val="tx1"/>
                </a:solidFill>
                <a:latin typeface="Calibri" panose="020F0502020204030204" pitchFamily="34" charset="0"/>
              </a:defRPr>
            </a:lvl6pPr>
            <a:lvl7pPr marL="3179763" indent="-250825" eaLnBrk="0" fontAlgn="base" hangingPunct="0">
              <a:lnSpc>
                <a:spcPct val="90000"/>
              </a:lnSpc>
              <a:spcBef>
                <a:spcPts val="550"/>
              </a:spcBef>
              <a:spcAft>
                <a:spcPct val="0"/>
              </a:spcAft>
              <a:buFont typeface="Arial" panose="020B0604020202020204" pitchFamily="34" charset="0"/>
              <a:buChar char="•"/>
              <a:tabLst>
                <a:tab pos="228600" algn="l"/>
                <a:tab pos="449263" algn="l"/>
              </a:tabLst>
              <a:defRPr sz="1900">
                <a:solidFill>
                  <a:schemeClr val="tx1"/>
                </a:solidFill>
                <a:latin typeface="Calibri" panose="020F0502020204030204" pitchFamily="34" charset="0"/>
              </a:defRPr>
            </a:lvl7pPr>
            <a:lvl8pPr marL="3636963" indent="-250825" eaLnBrk="0" fontAlgn="base" hangingPunct="0">
              <a:lnSpc>
                <a:spcPct val="90000"/>
              </a:lnSpc>
              <a:spcBef>
                <a:spcPts val="550"/>
              </a:spcBef>
              <a:spcAft>
                <a:spcPct val="0"/>
              </a:spcAft>
              <a:buFont typeface="Arial" panose="020B0604020202020204" pitchFamily="34" charset="0"/>
              <a:buChar char="•"/>
              <a:tabLst>
                <a:tab pos="228600" algn="l"/>
                <a:tab pos="449263" algn="l"/>
              </a:tabLst>
              <a:defRPr sz="1900">
                <a:solidFill>
                  <a:schemeClr val="tx1"/>
                </a:solidFill>
                <a:latin typeface="Calibri" panose="020F0502020204030204" pitchFamily="34" charset="0"/>
              </a:defRPr>
            </a:lvl8pPr>
            <a:lvl9pPr marL="4094163" indent="-250825" eaLnBrk="0" fontAlgn="base" hangingPunct="0">
              <a:lnSpc>
                <a:spcPct val="90000"/>
              </a:lnSpc>
              <a:spcBef>
                <a:spcPts val="550"/>
              </a:spcBef>
              <a:spcAft>
                <a:spcPct val="0"/>
              </a:spcAft>
              <a:buFont typeface="Arial" panose="020B0604020202020204" pitchFamily="34" charset="0"/>
              <a:buChar char="•"/>
              <a:tabLst>
                <a:tab pos="228600" algn="l"/>
                <a:tab pos="449263" algn="l"/>
              </a:tabLst>
              <a:defRPr sz="1900">
                <a:solidFill>
                  <a:schemeClr val="tx1"/>
                </a:solidFill>
                <a:latin typeface="Calibri" panose="020F0502020204030204" pitchFamily="34" charset="0"/>
              </a:defRPr>
            </a:lvl9pPr>
          </a:lstStyle>
          <a:p>
            <a:pPr lvl="3" algn="ctr">
              <a:lnSpc>
                <a:spcPct val="100000"/>
              </a:lnSpc>
              <a:spcBef>
                <a:spcPct val="0"/>
              </a:spcBef>
              <a:buFontTx/>
              <a:buNone/>
            </a:pPr>
            <a:r>
              <a:rPr lang="pl-PL" altLang="pl-PL" sz="1600">
                <a:latin typeface="Times New Roman" panose="02020603050405020304" pitchFamily="18" charset="0"/>
                <a:cs typeface="Times New Roman" panose="02020603050405020304" pitchFamily="18" charset="0"/>
              </a:rPr>
              <a:t>Rys. 4.3. </a:t>
            </a:r>
            <a:r>
              <a:rPr lang="pl-PL" altLang="en-US" sz="1800">
                <a:latin typeface="Times New Roman" panose="02020603050405020304" pitchFamily="18" charset="0"/>
                <a:ea typeface="Arial" panose="020B0604020202020204" pitchFamily="34" charset="0"/>
                <a:cs typeface="Times New Roman" panose="02020603050405020304" pitchFamily="18" charset="0"/>
              </a:rPr>
              <a:t>Obraz sygnału </a:t>
            </a:r>
            <a:r>
              <a:rPr lang="pl-PL" altLang="en-US" sz="1800">
                <a:latin typeface="Times New Roman" panose="02020603050405020304" pitchFamily="18" charset="0"/>
              </a:rPr>
              <a:t>wysyłanego na głośnik przez kartę dźwiękową MAYA</a:t>
            </a:r>
          </a:p>
        </p:txBody>
      </p:sp>
      <p:pic>
        <p:nvPicPr>
          <p:cNvPr id="27653" name="Obraz 5">
            <a:extLst>
              <a:ext uri="{FF2B5EF4-FFF2-40B4-BE49-F238E27FC236}">
                <a16:creationId xmlns:a16="http://schemas.microsoft.com/office/drawing/2014/main" id="{5A37E49D-5A61-AA77-EF7F-EC76FA1F069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5836" t="10350" b="16827"/>
          <a:stretch>
            <a:fillRect/>
          </a:stretch>
        </p:blipFill>
        <p:spPr bwMode="auto">
          <a:xfrm>
            <a:off x="2493963" y="1670050"/>
            <a:ext cx="8445500" cy="489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Prostokąt 2">
            <a:hlinkClick r:id="rId2"/>
            <a:extLst>
              <a:ext uri="{FF2B5EF4-FFF2-40B4-BE49-F238E27FC236}">
                <a16:creationId xmlns:a16="http://schemas.microsoft.com/office/drawing/2014/main" id="{4F9546D7-31A3-CE8C-CF8B-59ADDC1D0770}"/>
              </a:ext>
            </a:extLst>
          </p:cNvPr>
          <p:cNvSpPr>
            <a:spLocks noChangeArrowheads="1"/>
          </p:cNvSpPr>
          <p:nvPr/>
        </p:nvSpPr>
        <p:spPr bwMode="auto">
          <a:xfrm>
            <a:off x="2468563" y="7018338"/>
            <a:ext cx="18002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round/>
                <a:headEnd/>
                <a:tailEnd/>
              </a14:hiddenLine>
            </a:ext>
          </a:extLst>
        </p:spPr>
        <p:txBody>
          <a:bodyPr lIns="45720" rIns="45720">
            <a:spAutoFit/>
          </a:bodyPr>
          <a:lstStyle>
            <a:lvl1pPr>
              <a:defRPr sz="2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2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2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2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2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a:endParaRPr lang="pl-PL" altLang="pl-PL"/>
          </a:p>
        </p:txBody>
      </p:sp>
      <p:sp>
        <p:nvSpPr>
          <p:cNvPr id="29699" name="Tytuł 1">
            <a:extLst>
              <a:ext uri="{FF2B5EF4-FFF2-40B4-BE49-F238E27FC236}">
                <a16:creationId xmlns:a16="http://schemas.microsoft.com/office/drawing/2014/main" id="{08F8D922-CCCE-1AA3-C674-ADC911972984}"/>
              </a:ext>
            </a:extLst>
          </p:cNvPr>
          <p:cNvSpPr>
            <a:spLocks noGrp="1"/>
          </p:cNvSpPr>
          <p:nvPr>
            <p:ph type="title"/>
          </p:nvPr>
        </p:nvSpPr>
        <p:spPr>
          <a:xfrm>
            <a:off x="1963738" y="401638"/>
            <a:ext cx="10545762" cy="1460500"/>
          </a:xfrm>
        </p:spPr>
        <p:txBody>
          <a:bodyPr/>
          <a:lstStyle/>
          <a:p>
            <a:r>
              <a:rPr lang="pl-PL" altLang="en-US"/>
              <a:t>4. Elektronika</a:t>
            </a:r>
          </a:p>
        </p:txBody>
      </p:sp>
      <p:sp>
        <p:nvSpPr>
          <p:cNvPr id="29700" name="Symbol zastępczy zawartości 2">
            <a:extLst>
              <a:ext uri="{FF2B5EF4-FFF2-40B4-BE49-F238E27FC236}">
                <a16:creationId xmlns:a16="http://schemas.microsoft.com/office/drawing/2014/main" id="{25351B1B-393D-088B-0E1F-A083F3AD5243}"/>
              </a:ext>
            </a:extLst>
          </p:cNvPr>
          <p:cNvSpPr>
            <a:spLocks noGrp="1"/>
          </p:cNvSpPr>
          <p:nvPr>
            <p:ph idx="1"/>
          </p:nvPr>
        </p:nvSpPr>
        <p:spPr/>
        <p:txBody>
          <a:bodyPr/>
          <a:lstStyle/>
          <a:p>
            <a:pPr algn="just"/>
            <a:r>
              <a:rPr lang="pl-PL" altLang="en-US" b="1"/>
              <a:t>Hydrofon</a:t>
            </a:r>
            <a:endParaRPr lang="pl-PL" altLang="en-US" sz="2800" b="1"/>
          </a:p>
          <a:p>
            <a:pPr algn="just"/>
            <a:r>
              <a:rPr lang="pl-PL" altLang="en-US">
                <a:ea typeface="Arial" panose="020B0604020202020204" pitchFamily="34" charset="0"/>
              </a:rPr>
              <a:t>Hydrofony są wyposażone we wtyczkę 3.5mm TRS która jest niekompatybilna z kartą dźwiękową Maya44USB+ wyposażoną w złącze RCA. Wymagało to zaprojektowania obwodu umożliwiającego zasilanie hydrofonu i przekazywanie sygnału na kartę dźwiękową.</a:t>
            </a:r>
          </a:p>
          <a:p>
            <a:endParaRPr lang="pl-PL" altLang="en-US"/>
          </a:p>
        </p:txBody>
      </p:sp>
      <p:sp>
        <p:nvSpPr>
          <p:cNvPr id="29701" name="Rectangle 3">
            <a:extLst>
              <a:ext uri="{FF2B5EF4-FFF2-40B4-BE49-F238E27FC236}">
                <a16:creationId xmlns:a16="http://schemas.microsoft.com/office/drawing/2014/main" id="{2FF72BC7-897F-B58A-0FB0-CFBB508D0177}"/>
              </a:ext>
            </a:extLst>
          </p:cNvPr>
          <p:cNvSpPr>
            <a:spLocks noChangeArrowheads="1"/>
          </p:cNvSpPr>
          <p:nvPr/>
        </p:nvSpPr>
        <p:spPr bwMode="auto">
          <a:xfrm>
            <a:off x="4237038" y="6588125"/>
            <a:ext cx="41656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marL="250825" indent="-250825">
              <a:lnSpc>
                <a:spcPct val="90000"/>
              </a:lnSpc>
              <a:spcBef>
                <a:spcPts val="1100"/>
              </a:spcBef>
              <a:buFont typeface="Arial" panose="020B0604020202020204" pitchFamily="34" charset="0"/>
              <a:buChar char="•"/>
              <a:tabLst>
                <a:tab pos="228600" algn="l"/>
                <a:tab pos="449263" algn="l"/>
              </a:tabLst>
              <a:defRPr sz="3000">
                <a:solidFill>
                  <a:schemeClr val="tx1"/>
                </a:solidFill>
                <a:latin typeface="Calibri" panose="020F0502020204030204" pitchFamily="34" charset="0"/>
              </a:defRPr>
            </a:lvl1pPr>
            <a:lvl2pPr marL="754063" indent="-250825">
              <a:lnSpc>
                <a:spcPct val="90000"/>
              </a:lnSpc>
              <a:spcBef>
                <a:spcPts val="550"/>
              </a:spcBef>
              <a:buFont typeface="Arial" panose="020B0604020202020204" pitchFamily="34" charset="0"/>
              <a:buChar char="•"/>
              <a:tabLst>
                <a:tab pos="228600" algn="l"/>
                <a:tab pos="449263" algn="l"/>
              </a:tabLst>
              <a:defRPr sz="2600">
                <a:solidFill>
                  <a:schemeClr val="tx1"/>
                </a:solidFill>
                <a:latin typeface="Calibri" panose="020F0502020204030204" pitchFamily="34" charset="0"/>
              </a:defRPr>
            </a:lvl2pPr>
            <a:lvl3pPr marL="1258888" indent="-250825">
              <a:lnSpc>
                <a:spcPct val="90000"/>
              </a:lnSpc>
              <a:spcBef>
                <a:spcPts val="550"/>
              </a:spcBef>
              <a:buFont typeface="Arial" panose="020B0604020202020204" pitchFamily="34" charset="0"/>
              <a:buChar char="•"/>
              <a:tabLst>
                <a:tab pos="228600" algn="l"/>
                <a:tab pos="449263" algn="l"/>
              </a:tabLst>
              <a:defRPr sz="2200">
                <a:solidFill>
                  <a:schemeClr val="tx1"/>
                </a:solidFill>
                <a:latin typeface="Calibri" panose="020F0502020204030204" pitchFamily="34" charset="0"/>
              </a:defRPr>
            </a:lvl3pPr>
            <a:lvl4pPr marL="288925">
              <a:lnSpc>
                <a:spcPct val="90000"/>
              </a:lnSpc>
              <a:spcBef>
                <a:spcPts val="550"/>
              </a:spcBef>
              <a:buFont typeface="Arial" panose="020B0604020202020204" pitchFamily="34" charset="0"/>
              <a:buChar char="•"/>
              <a:tabLst>
                <a:tab pos="228600" algn="l"/>
                <a:tab pos="449263" algn="l"/>
              </a:tabLst>
              <a:defRPr sz="1900">
                <a:solidFill>
                  <a:schemeClr val="tx1"/>
                </a:solidFill>
                <a:latin typeface="Calibri" panose="020F0502020204030204" pitchFamily="34" charset="0"/>
              </a:defRPr>
            </a:lvl4pPr>
            <a:lvl5pPr marL="2265363" indent="-250825">
              <a:lnSpc>
                <a:spcPct val="90000"/>
              </a:lnSpc>
              <a:spcBef>
                <a:spcPts val="550"/>
              </a:spcBef>
              <a:buFont typeface="Arial" panose="020B0604020202020204" pitchFamily="34" charset="0"/>
              <a:buChar char="•"/>
              <a:tabLst>
                <a:tab pos="228600" algn="l"/>
                <a:tab pos="449263" algn="l"/>
              </a:tabLst>
              <a:defRPr sz="1900">
                <a:solidFill>
                  <a:schemeClr val="tx1"/>
                </a:solidFill>
                <a:latin typeface="Calibri" panose="020F0502020204030204" pitchFamily="34" charset="0"/>
              </a:defRPr>
            </a:lvl5pPr>
            <a:lvl6pPr marL="2722563" indent="-250825" eaLnBrk="0" fontAlgn="base" hangingPunct="0">
              <a:lnSpc>
                <a:spcPct val="90000"/>
              </a:lnSpc>
              <a:spcBef>
                <a:spcPts val="550"/>
              </a:spcBef>
              <a:spcAft>
                <a:spcPct val="0"/>
              </a:spcAft>
              <a:buFont typeface="Arial" panose="020B0604020202020204" pitchFamily="34" charset="0"/>
              <a:buChar char="•"/>
              <a:tabLst>
                <a:tab pos="228600" algn="l"/>
                <a:tab pos="449263" algn="l"/>
              </a:tabLst>
              <a:defRPr sz="1900">
                <a:solidFill>
                  <a:schemeClr val="tx1"/>
                </a:solidFill>
                <a:latin typeface="Calibri" panose="020F0502020204030204" pitchFamily="34" charset="0"/>
              </a:defRPr>
            </a:lvl6pPr>
            <a:lvl7pPr marL="3179763" indent="-250825" eaLnBrk="0" fontAlgn="base" hangingPunct="0">
              <a:lnSpc>
                <a:spcPct val="90000"/>
              </a:lnSpc>
              <a:spcBef>
                <a:spcPts val="550"/>
              </a:spcBef>
              <a:spcAft>
                <a:spcPct val="0"/>
              </a:spcAft>
              <a:buFont typeface="Arial" panose="020B0604020202020204" pitchFamily="34" charset="0"/>
              <a:buChar char="•"/>
              <a:tabLst>
                <a:tab pos="228600" algn="l"/>
                <a:tab pos="449263" algn="l"/>
              </a:tabLst>
              <a:defRPr sz="1900">
                <a:solidFill>
                  <a:schemeClr val="tx1"/>
                </a:solidFill>
                <a:latin typeface="Calibri" panose="020F0502020204030204" pitchFamily="34" charset="0"/>
              </a:defRPr>
            </a:lvl7pPr>
            <a:lvl8pPr marL="3636963" indent="-250825" eaLnBrk="0" fontAlgn="base" hangingPunct="0">
              <a:lnSpc>
                <a:spcPct val="90000"/>
              </a:lnSpc>
              <a:spcBef>
                <a:spcPts val="550"/>
              </a:spcBef>
              <a:spcAft>
                <a:spcPct val="0"/>
              </a:spcAft>
              <a:buFont typeface="Arial" panose="020B0604020202020204" pitchFamily="34" charset="0"/>
              <a:buChar char="•"/>
              <a:tabLst>
                <a:tab pos="228600" algn="l"/>
                <a:tab pos="449263" algn="l"/>
              </a:tabLst>
              <a:defRPr sz="1900">
                <a:solidFill>
                  <a:schemeClr val="tx1"/>
                </a:solidFill>
                <a:latin typeface="Calibri" panose="020F0502020204030204" pitchFamily="34" charset="0"/>
              </a:defRPr>
            </a:lvl8pPr>
            <a:lvl9pPr marL="4094163" indent="-250825" eaLnBrk="0" fontAlgn="base" hangingPunct="0">
              <a:lnSpc>
                <a:spcPct val="90000"/>
              </a:lnSpc>
              <a:spcBef>
                <a:spcPts val="550"/>
              </a:spcBef>
              <a:spcAft>
                <a:spcPct val="0"/>
              </a:spcAft>
              <a:buFont typeface="Arial" panose="020B0604020202020204" pitchFamily="34" charset="0"/>
              <a:buChar char="•"/>
              <a:tabLst>
                <a:tab pos="228600" algn="l"/>
                <a:tab pos="449263" algn="l"/>
              </a:tabLst>
              <a:defRPr sz="1900">
                <a:solidFill>
                  <a:schemeClr val="tx1"/>
                </a:solidFill>
                <a:latin typeface="Calibri" panose="020F0502020204030204" pitchFamily="34" charset="0"/>
              </a:defRPr>
            </a:lvl9pPr>
          </a:lstStyle>
          <a:p>
            <a:pPr lvl="3" algn="ctr">
              <a:lnSpc>
                <a:spcPct val="100000"/>
              </a:lnSpc>
              <a:spcBef>
                <a:spcPct val="0"/>
              </a:spcBef>
              <a:buFontTx/>
              <a:buNone/>
            </a:pPr>
            <a:r>
              <a:rPr lang="pl-PL" altLang="pl-PL" sz="1600">
                <a:latin typeface="Times New Roman" panose="02020603050405020304" pitchFamily="18" charset="0"/>
                <a:cs typeface="Times New Roman" panose="02020603050405020304" pitchFamily="18" charset="0"/>
              </a:rPr>
              <a:t>Rys. 4.4. </a:t>
            </a:r>
            <a:r>
              <a:rPr lang="pl-PL" altLang="en-US" sz="1800">
                <a:latin typeface="Times New Roman" panose="02020603050405020304" pitchFamily="18" charset="0"/>
              </a:rPr>
              <a:t>Schemat połączenia hydrofonu.</a:t>
            </a:r>
            <a:endParaRPr lang="pl-PL" altLang="pl-PL" sz="1600">
              <a:latin typeface="Times New Roman" panose="02020603050405020304" pitchFamily="18" charset="0"/>
              <a:cs typeface="Times New Roman" panose="02020603050405020304" pitchFamily="18" charset="0"/>
            </a:endParaRPr>
          </a:p>
        </p:txBody>
      </p:sp>
      <p:pic>
        <p:nvPicPr>
          <p:cNvPr id="29702" name="Obraz 7">
            <a:extLst>
              <a:ext uri="{FF2B5EF4-FFF2-40B4-BE49-F238E27FC236}">
                <a16:creationId xmlns:a16="http://schemas.microsoft.com/office/drawing/2014/main" id="{DFD58BD1-53B4-1187-4EA6-485645A97F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21088" y="3638550"/>
            <a:ext cx="5399087" cy="294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3">
            <a:extLst>
              <a:ext uri="{FF2B5EF4-FFF2-40B4-BE49-F238E27FC236}">
                <a16:creationId xmlns:a16="http://schemas.microsoft.com/office/drawing/2014/main" id="{8D8DF0F0-C4FE-0D72-93EE-9C67D47FE4D5}"/>
              </a:ext>
            </a:extLst>
          </p:cNvPr>
          <p:cNvSpPr>
            <a:spLocks noChangeArrowheads="1"/>
          </p:cNvSpPr>
          <p:nvPr/>
        </p:nvSpPr>
        <p:spPr bwMode="auto">
          <a:xfrm>
            <a:off x="2627313" y="6515100"/>
            <a:ext cx="7870825"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marL="250825" indent="-250825">
              <a:lnSpc>
                <a:spcPct val="90000"/>
              </a:lnSpc>
              <a:spcBef>
                <a:spcPts val="1100"/>
              </a:spcBef>
              <a:buFont typeface="Arial" panose="020B0604020202020204" pitchFamily="34" charset="0"/>
              <a:buChar char="•"/>
              <a:tabLst>
                <a:tab pos="228600" algn="l"/>
                <a:tab pos="449263" algn="l"/>
              </a:tabLst>
              <a:defRPr sz="3000">
                <a:solidFill>
                  <a:schemeClr val="tx1"/>
                </a:solidFill>
                <a:latin typeface="Calibri" panose="020F0502020204030204" pitchFamily="34" charset="0"/>
              </a:defRPr>
            </a:lvl1pPr>
            <a:lvl2pPr marL="754063" indent="-250825">
              <a:lnSpc>
                <a:spcPct val="90000"/>
              </a:lnSpc>
              <a:spcBef>
                <a:spcPts val="550"/>
              </a:spcBef>
              <a:buFont typeface="Arial" panose="020B0604020202020204" pitchFamily="34" charset="0"/>
              <a:buChar char="•"/>
              <a:tabLst>
                <a:tab pos="228600" algn="l"/>
                <a:tab pos="449263" algn="l"/>
              </a:tabLst>
              <a:defRPr sz="2600">
                <a:solidFill>
                  <a:schemeClr val="tx1"/>
                </a:solidFill>
                <a:latin typeface="Calibri" panose="020F0502020204030204" pitchFamily="34" charset="0"/>
              </a:defRPr>
            </a:lvl2pPr>
            <a:lvl3pPr marL="1258888" indent="-250825">
              <a:lnSpc>
                <a:spcPct val="90000"/>
              </a:lnSpc>
              <a:spcBef>
                <a:spcPts val="550"/>
              </a:spcBef>
              <a:buFont typeface="Arial" panose="020B0604020202020204" pitchFamily="34" charset="0"/>
              <a:buChar char="•"/>
              <a:tabLst>
                <a:tab pos="228600" algn="l"/>
                <a:tab pos="449263" algn="l"/>
              </a:tabLst>
              <a:defRPr sz="2200">
                <a:solidFill>
                  <a:schemeClr val="tx1"/>
                </a:solidFill>
                <a:latin typeface="Calibri" panose="020F0502020204030204" pitchFamily="34" charset="0"/>
              </a:defRPr>
            </a:lvl3pPr>
            <a:lvl4pPr marL="288925">
              <a:lnSpc>
                <a:spcPct val="90000"/>
              </a:lnSpc>
              <a:spcBef>
                <a:spcPts val="550"/>
              </a:spcBef>
              <a:buFont typeface="Arial" panose="020B0604020202020204" pitchFamily="34" charset="0"/>
              <a:buChar char="•"/>
              <a:tabLst>
                <a:tab pos="228600" algn="l"/>
                <a:tab pos="449263" algn="l"/>
              </a:tabLst>
              <a:defRPr sz="1900">
                <a:solidFill>
                  <a:schemeClr val="tx1"/>
                </a:solidFill>
                <a:latin typeface="Calibri" panose="020F0502020204030204" pitchFamily="34" charset="0"/>
              </a:defRPr>
            </a:lvl4pPr>
            <a:lvl5pPr marL="2265363" indent="-250825">
              <a:lnSpc>
                <a:spcPct val="90000"/>
              </a:lnSpc>
              <a:spcBef>
                <a:spcPts val="550"/>
              </a:spcBef>
              <a:buFont typeface="Arial" panose="020B0604020202020204" pitchFamily="34" charset="0"/>
              <a:buChar char="•"/>
              <a:tabLst>
                <a:tab pos="228600" algn="l"/>
                <a:tab pos="449263" algn="l"/>
              </a:tabLst>
              <a:defRPr sz="1900">
                <a:solidFill>
                  <a:schemeClr val="tx1"/>
                </a:solidFill>
                <a:latin typeface="Calibri" panose="020F0502020204030204" pitchFamily="34" charset="0"/>
              </a:defRPr>
            </a:lvl5pPr>
            <a:lvl6pPr marL="2722563" indent="-250825" eaLnBrk="0" fontAlgn="base" hangingPunct="0">
              <a:lnSpc>
                <a:spcPct val="90000"/>
              </a:lnSpc>
              <a:spcBef>
                <a:spcPts val="550"/>
              </a:spcBef>
              <a:spcAft>
                <a:spcPct val="0"/>
              </a:spcAft>
              <a:buFont typeface="Arial" panose="020B0604020202020204" pitchFamily="34" charset="0"/>
              <a:buChar char="•"/>
              <a:tabLst>
                <a:tab pos="228600" algn="l"/>
                <a:tab pos="449263" algn="l"/>
              </a:tabLst>
              <a:defRPr sz="1900">
                <a:solidFill>
                  <a:schemeClr val="tx1"/>
                </a:solidFill>
                <a:latin typeface="Calibri" panose="020F0502020204030204" pitchFamily="34" charset="0"/>
              </a:defRPr>
            </a:lvl6pPr>
            <a:lvl7pPr marL="3179763" indent="-250825" eaLnBrk="0" fontAlgn="base" hangingPunct="0">
              <a:lnSpc>
                <a:spcPct val="90000"/>
              </a:lnSpc>
              <a:spcBef>
                <a:spcPts val="550"/>
              </a:spcBef>
              <a:spcAft>
                <a:spcPct val="0"/>
              </a:spcAft>
              <a:buFont typeface="Arial" panose="020B0604020202020204" pitchFamily="34" charset="0"/>
              <a:buChar char="•"/>
              <a:tabLst>
                <a:tab pos="228600" algn="l"/>
                <a:tab pos="449263" algn="l"/>
              </a:tabLst>
              <a:defRPr sz="1900">
                <a:solidFill>
                  <a:schemeClr val="tx1"/>
                </a:solidFill>
                <a:latin typeface="Calibri" panose="020F0502020204030204" pitchFamily="34" charset="0"/>
              </a:defRPr>
            </a:lvl7pPr>
            <a:lvl8pPr marL="3636963" indent="-250825" eaLnBrk="0" fontAlgn="base" hangingPunct="0">
              <a:lnSpc>
                <a:spcPct val="90000"/>
              </a:lnSpc>
              <a:spcBef>
                <a:spcPts val="550"/>
              </a:spcBef>
              <a:spcAft>
                <a:spcPct val="0"/>
              </a:spcAft>
              <a:buFont typeface="Arial" panose="020B0604020202020204" pitchFamily="34" charset="0"/>
              <a:buChar char="•"/>
              <a:tabLst>
                <a:tab pos="228600" algn="l"/>
                <a:tab pos="449263" algn="l"/>
              </a:tabLst>
              <a:defRPr sz="1900">
                <a:solidFill>
                  <a:schemeClr val="tx1"/>
                </a:solidFill>
                <a:latin typeface="Calibri" panose="020F0502020204030204" pitchFamily="34" charset="0"/>
              </a:defRPr>
            </a:lvl8pPr>
            <a:lvl9pPr marL="4094163" indent="-250825" eaLnBrk="0" fontAlgn="base" hangingPunct="0">
              <a:lnSpc>
                <a:spcPct val="90000"/>
              </a:lnSpc>
              <a:spcBef>
                <a:spcPts val="550"/>
              </a:spcBef>
              <a:spcAft>
                <a:spcPct val="0"/>
              </a:spcAft>
              <a:buFont typeface="Arial" panose="020B0604020202020204" pitchFamily="34" charset="0"/>
              <a:buChar char="•"/>
              <a:tabLst>
                <a:tab pos="228600" algn="l"/>
                <a:tab pos="449263" algn="l"/>
              </a:tabLst>
              <a:defRPr sz="1900">
                <a:solidFill>
                  <a:schemeClr val="tx1"/>
                </a:solidFill>
                <a:latin typeface="Calibri" panose="020F0502020204030204" pitchFamily="34" charset="0"/>
              </a:defRPr>
            </a:lvl9pPr>
          </a:lstStyle>
          <a:p>
            <a:pPr lvl="3" algn="ctr">
              <a:lnSpc>
                <a:spcPct val="100000"/>
              </a:lnSpc>
              <a:spcBef>
                <a:spcPct val="0"/>
              </a:spcBef>
              <a:buFontTx/>
              <a:buNone/>
            </a:pPr>
            <a:r>
              <a:rPr lang="pl-PL" altLang="pl-PL" sz="1600">
                <a:latin typeface="Times New Roman" panose="02020603050405020304" pitchFamily="18" charset="0"/>
                <a:cs typeface="Times New Roman" panose="02020603050405020304" pitchFamily="18" charset="0"/>
              </a:rPr>
              <a:t>Rys. 4.5. </a:t>
            </a:r>
            <a:r>
              <a:rPr lang="pl-PL" altLang="en-US" sz="1800">
                <a:latin typeface="Times New Roman" panose="02020603050405020304" pitchFamily="18" charset="0"/>
                <a:ea typeface="Arial" panose="020B0604020202020204" pitchFamily="34" charset="0"/>
                <a:cs typeface="Times New Roman" panose="02020603050405020304" pitchFamily="18" charset="0"/>
              </a:rPr>
              <a:t>Obraz </a:t>
            </a:r>
            <a:r>
              <a:rPr lang="pl-PL" altLang="en-US" sz="1800">
                <a:latin typeface="Times New Roman" panose="02020603050405020304" pitchFamily="18" charset="0"/>
              </a:rPr>
              <a:t>sygnału z hydrofonu odbieranego przez kartę dźwiękową MAYA</a:t>
            </a:r>
          </a:p>
        </p:txBody>
      </p:sp>
      <p:pic>
        <p:nvPicPr>
          <p:cNvPr id="30723" name="Obraz 5">
            <a:extLst>
              <a:ext uri="{FF2B5EF4-FFF2-40B4-BE49-F238E27FC236}">
                <a16:creationId xmlns:a16="http://schemas.microsoft.com/office/drawing/2014/main" id="{353760ED-D285-EFA9-BEA5-04AA31B0B7F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14717"/>
          <a:stretch>
            <a:fillRect/>
          </a:stretch>
        </p:blipFill>
        <p:spPr bwMode="auto">
          <a:xfrm>
            <a:off x="2935288" y="1546225"/>
            <a:ext cx="7562850" cy="4835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24" name="Tytuł 1">
            <a:extLst>
              <a:ext uri="{FF2B5EF4-FFF2-40B4-BE49-F238E27FC236}">
                <a16:creationId xmlns:a16="http://schemas.microsoft.com/office/drawing/2014/main" id="{412DAB6C-04B7-2DD8-F04F-FB3D2C16394F}"/>
              </a:ext>
            </a:extLst>
          </p:cNvPr>
          <p:cNvSpPr>
            <a:spLocks noGrp="1"/>
          </p:cNvSpPr>
          <p:nvPr>
            <p:ph type="title"/>
          </p:nvPr>
        </p:nvSpPr>
        <p:spPr>
          <a:xfrm>
            <a:off x="1963738" y="401638"/>
            <a:ext cx="10545762" cy="1460500"/>
          </a:xfrm>
        </p:spPr>
        <p:txBody>
          <a:bodyPr/>
          <a:lstStyle/>
          <a:p>
            <a:r>
              <a:rPr lang="pl-PL" altLang="en-US"/>
              <a:t>4. Elektronika</a:t>
            </a:r>
          </a:p>
        </p:txBody>
      </p:sp>
    </p:spTree>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ymbol zastępczy zawartości 2">
            <a:extLst>
              <a:ext uri="{FF2B5EF4-FFF2-40B4-BE49-F238E27FC236}">
                <a16:creationId xmlns:a16="http://schemas.microsoft.com/office/drawing/2014/main" id="{D049EC1C-EACF-2C75-B359-EB9BFBB749E9}"/>
              </a:ext>
            </a:extLst>
          </p:cNvPr>
          <p:cNvSpPr>
            <a:spLocks noGrp="1"/>
          </p:cNvSpPr>
          <p:nvPr>
            <p:ph idx="1"/>
          </p:nvPr>
        </p:nvSpPr>
        <p:spPr/>
        <p:txBody>
          <a:bodyPr/>
          <a:lstStyle/>
          <a:p>
            <a:pPr algn="just"/>
            <a:r>
              <a:rPr lang="pl-PL" altLang="en-US">
                <a:ea typeface="Arial" panose="020B0604020202020204" pitchFamily="34" charset="0"/>
              </a:rPr>
              <a:t>Testy hydrofonu na powietrzu pozwoliły osiągnąć sygnał o amplitudzie około 50 [mV]. Na tej podstawie w programie LTspice zaprojektowano układ z różnicującym wzmacniaczem operacyjnym pozwalający na uzyskanie blisko siedmiokrotnego zwiększenia wartości sygnału. Istotne było zaprojektowanie układu tak by mógł być zasilany źródłami 0 i 5 [V] oraz aby sygnał wyjściowy przybierał wartości większe od zera. Umożliwi to integracje z mikrokontrolerem i bezpośredni odczyt sygnału z hydrofonu na wejściach analogowych.</a:t>
            </a:r>
          </a:p>
          <a:p>
            <a:endParaRPr lang="pl-PL" altLang="en-US">
              <a:ea typeface="Arial" panose="020B0604020202020204" pitchFamily="34" charset="0"/>
            </a:endParaRPr>
          </a:p>
        </p:txBody>
      </p:sp>
      <p:sp>
        <p:nvSpPr>
          <p:cNvPr id="32771" name="Tytuł 1">
            <a:extLst>
              <a:ext uri="{FF2B5EF4-FFF2-40B4-BE49-F238E27FC236}">
                <a16:creationId xmlns:a16="http://schemas.microsoft.com/office/drawing/2014/main" id="{51646045-1746-CA40-FA7C-CDC5B7D904BA}"/>
              </a:ext>
            </a:extLst>
          </p:cNvPr>
          <p:cNvSpPr>
            <a:spLocks noGrp="1"/>
          </p:cNvSpPr>
          <p:nvPr>
            <p:ph type="title"/>
          </p:nvPr>
        </p:nvSpPr>
        <p:spPr>
          <a:xfrm>
            <a:off x="1963738" y="401638"/>
            <a:ext cx="10545762" cy="1460500"/>
          </a:xfrm>
        </p:spPr>
        <p:txBody>
          <a:bodyPr/>
          <a:lstStyle/>
          <a:p>
            <a:r>
              <a:rPr lang="pl-PL" altLang="en-US"/>
              <a:t>4. Elektronika</a:t>
            </a:r>
          </a:p>
        </p:txBody>
      </p:sp>
      <p:pic>
        <p:nvPicPr>
          <p:cNvPr id="32772" name="Obraz 8">
            <a:extLst>
              <a:ext uri="{FF2B5EF4-FFF2-40B4-BE49-F238E27FC236}">
                <a16:creationId xmlns:a16="http://schemas.microsoft.com/office/drawing/2014/main" id="{AEBB5829-A891-080A-622C-ED2516EFD9E3}"/>
              </a:ext>
            </a:extLst>
          </p:cNvPr>
          <p:cNvPicPr>
            <a:picLocks noChangeAspect="1" noChangeArrowheads="1"/>
          </p:cNvPicPr>
          <p:nvPr/>
        </p:nvPicPr>
        <p:blipFill>
          <a:blip r:embed="rId3">
            <a:clrChange>
              <a:clrFrom>
                <a:srgbClr val="C0C0C0"/>
              </a:clrFrom>
              <a:clrTo>
                <a:srgbClr val="C0C0C0">
                  <a:alpha val="0"/>
                </a:srgbClr>
              </a:clrTo>
            </a:clrChange>
            <a:extLst>
              <a:ext uri="{28A0092B-C50C-407E-A947-70E740481C1C}">
                <a14:useLocalDpi xmlns:a14="http://schemas.microsoft.com/office/drawing/2010/main" val="0"/>
              </a:ext>
            </a:extLst>
          </a:blip>
          <a:srcRect/>
          <a:stretch>
            <a:fillRect/>
          </a:stretch>
        </p:blipFill>
        <p:spPr bwMode="auto">
          <a:xfrm>
            <a:off x="4016375" y="3994150"/>
            <a:ext cx="5400675" cy="2327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73" name="pole tekstowe 10">
            <a:extLst>
              <a:ext uri="{FF2B5EF4-FFF2-40B4-BE49-F238E27FC236}">
                <a16:creationId xmlns:a16="http://schemas.microsoft.com/office/drawing/2014/main" id="{EFBA834D-E354-B1AA-71EF-30CF8BFC34B9}"/>
              </a:ext>
            </a:extLst>
          </p:cNvPr>
          <p:cNvSpPr txBox="1">
            <a:spLocks noChangeArrowheads="1"/>
          </p:cNvSpPr>
          <p:nvPr/>
        </p:nvSpPr>
        <p:spPr bwMode="auto">
          <a:xfrm>
            <a:off x="3187700" y="6450013"/>
            <a:ext cx="67167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287338">
              <a:tabLst>
                <a:tab pos="228600" algn="l"/>
                <a:tab pos="449263" algn="l"/>
              </a:tabLst>
              <a:defRPr sz="2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tabLst>
                <a:tab pos="228600" algn="l"/>
                <a:tab pos="449263" algn="l"/>
              </a:tabLst>
              <a:defRPr sz="2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tabLst>
                <a:tab pos="228600" algn="l"/>
                <a:tab pos="449263" algn="l"/>
              </a:tabLst>
              <a:defRPr sz="2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tabLst>
                <a:tab pos="228600" algn="l"/>
                <a:tab pos="449263" algn="l"/>
              </a:tabLst>
              <a:defRPr sz="2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tabLst>
                <a:tab pos="228600" algn="l"/>
                <a:tab pos="449263" algn="l"/>
              </a:tabLst>
              <a:defRPr sz="2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tabLst>
                <a:tab pos="228600" algn="l"/>
                <a:tab pos="449263" algn="l"/>
              </a:tabLst>
              <a:defRPr sz="2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tabLst>
                <a:tab pos="228600" algn="l"/>
                <a:tab pos="449263" algn="l"/>
              </a:tabLst>
              <a:defRPr sz="2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tabLst>
                <a:tab pos="228600" algn="l"/>
                <a:tab pos="449263" algn="l"/>
              </a:tabLst>
              <a:defRPr sz="2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tabLst>
                <a:tab pos="228600" algn="l"/>
                <a:tab pos="449263" algn="l"/>
              </a:tabLst>
              <a:defRPr sz="2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ctr">
              <a:spcAft>
                <a:spcPts val="1000"/>
              </a:spcAft>
            </a:pPr>
            <a:r>
              <a:rPr lang="pl-PL" altLang="en-US" sz="1800">
                <a:latin typeface="Times New Roman" panose="02020603050405020304" pitchFamily="18" charset="0"/>
                <a:ea typeface="Arial" panose="020B0604020202020204" pitchFamily="34" charset="0"/>
                <a:cs typeface="Times New Roman" panose="02020603050405020304" pitchFamily="18" charset="0"/>
              </a:rPr>
              <a:t>Rys. 4.6. Model układu wzmacniacza do symulacji</a:t>
            </a:r>
          </a:p>
        </p:txBody>
      </p:sp>
    </p:spTree>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ytuł 1">
            <a:extLst>
              <a:ext uri="{FF2B5EF4-FFF2-40B4-BE49-F238E27FC236}">
                <a16:creationId xmlns:a16="http://schemas.microsoft.com/office/drawing/2014/main" id="{2224EB30-407D-97EB-0E88-211FB3DF49CB}"/>
              </a:ext>
            </a:extLst>
          </p:cNvPr>
          <p:cNvSpPr>
            <a:spLocks noGrp="1"/>
          </p:cNvSpPr>
          <p:nvPr>
            <p:ph type="title"/>
          </p:nvPr>
        </p:nvSpPr>
        <p:spPr>
          <a:xfrm>
            <a:off x="1963738" y="401638"/>
            <a:ext cx="10545762" cy="1460500"/>
          </a:xfrm>
        </p:spPr>
        <p:txBody>
          <a:bodyPr/>
          <a:lstStyle/>
          <a:p>
            <a:r>
              <a:rPr lang="pl-PL" altLang="en-US"/>
              <a:t>4. Elektronika</a:t>
            </a:r>
          </a:p>
        </p:txBody>
      </p:sp>
      <p:sp>
        <p:nvSpPr>
          <p:cNvPr id="34819" name="pole tekstowe 10">
            <a:extLst>
              <a:ext uri="{FF2B5EF4-FFF2-40B4-BE49-F238E27FC236}">
                <a16:creationId xmlns:a16="http://schemas.microsoft.com/office/drawing/2014/main" id="{70EE1FE1-7519-1CF7-D93F-6A9A530DECB1}"/>
              </a:ext>
            </a:extLst>
          </p:cNvPr>
          <p:cNvSpPr txBox="1">
            <a:spLocks noChangeArrowheads="1"/>
          </p:cNvSpPr>
          <p:nvPr/>
        </p:nvSpPr>
        <p:spPr bwMode="auto">
          <a:xfrm>
            <a:off x="3044825" y="5938838"/>
            <a:ext cx="7343775" cy="1050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287338">
              <a:tabLst>
                <a:tab pos="228600" algn="l"/>
                <a:tab pos="449263" algn="l"/>
              </a:tabLst>
              <a:defRPr sz="2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tabLst>
                <a:tab pos="228600" algn="l"/>
                <a:tab pos="449263" algn="l"/>
              </a:tabLst>
              <a:defRPr sz="2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tabLst>
                <a:tab pos="228600" algn="l"/>
                <a:tab pos="449263" algn="l"/>
              </a:tabLst>
              <a:defRPr sz="2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tabLst>
                <a:tab pos="228600" algn="l"/>
                <a:tab pos="449263" algn="l"/>
              </a:tabLst>
              <a:defRPr sz="2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tabLst>
                <a:tab pos="228600" algn="l"/>
                <a:tab pos="449263" algn="l"/>
              </a:tabLst>
              <a:defRPr sz="2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tabLst>
                <a:tab pos="228600" algn="l"/>
                <a:tab pos="449263" algn="l"/>
              </a:tabLst>
              <a:defRPr sz="2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tabLst>
                <a:tab pos="228600" algn="l"/>
                <a:tab pos="449263" algn="l"/>
              </a:tabLst>
              <a:defRPr sz="2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tabLst>
                <a:tab pos="228600" algn="l"/>
                <a:tab pos="449263" algn="l"/>
              </a:tabLst>
              <a:defRPr sz="2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tabLst>
                <a:tab pos="228600" algn="l"/>
                <a:tab pos="449263" algn="l"/>
              </a:tabLst>
              <a:defRPr sz="2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ctr">
              <a:spcAft>
                <a:spcPts val="1000"/>
              </a:spcAft>
            </a:pPr>
            <a:r>
              <a:rPr lang="pl-PL" altLang="en-US" sz="1800">
                <a:latin typeface="Times New Roman" panose="02020603050405020304" pitchFamily="18" charset="0"/>
                <a:ea typeface="Arial" panose="020B0604020202020204" pitchFamily="34" charset="0"/>
                <a:cs typeface="Times New Roman" panose="02020603050405020304" pitchFamily="18" charset="0"/>
              </a:rPr>
              <a:t>Rys. 4.7. Obraz z symulacji sygnału z mikrofonu z uwzględnieniem offsetu 2.2 [V] (V</a:t>
            </a:r>
            <a:r>
              <a:rPr lang="pl-PL" altLang="en-US" sz="1800" baseline="-25000">
                <a:latin typeface="Times New Roman" panose="02020603050405020304" pitchFamily="18" charset="0"/>
                <a:ea typeface="Arial" panose="020B0604020202020204" pitchFamily="34" charset="0"/>
                <a:cs typeface="Times New Roman" panose="02020603050405020304" pitchFamily="18" charset="0"/>
              </a:rPr>
              <a:t>IN</a:t>
            </a:r>
            <a:r>
              <a:rPr lang="pl-PL" altLang="en-US" sz="1800">
                <a:latin typeface="Times New Roman" panose="02020603050405020304" pitchFamily="18" charset="0"/>
                <a:ea typeface="Arial" panose="020B0604020202020204" pitchFamily="34" charset="0"/>
                <a:cs typeface="Times New Roman" panose="02020603050405020304" pitchFamily="18" charset="0"/>
              </a:rPr>
              <a:t> - niebieski) oraz sygnału wzmocnionego (V</a:t>
            </a:r>
            <a:r>
              <a:rPr lang="pl-PL" altLang="en-US" sz="1800" baseline="-25000">
                <a:latin typeface="Times New Roman" panose="02020603050405020304" pitchFamily="18" charset="0"/>
                <a:ea typeface="Arial" panose="020B0604020202020204" pitchFamily="34" charset="0"/>
                <a:cs typeface="Times New Roman" panose="02020603050405020304" pitchFamily="18" charset="0"/>
              </a:rPr>
              <a:t>OUT</a:t>
            </a:r>
            <a:r>
              <a:rPr lang="pl-PL" altLang="en-US" sz="1800">
                <a:latin typeface="Times New Roman" panose="02020603050405020304" pitchFamily="18" charset="0"/>
                <a:ea typeface="Arial" panose="020B0604020202020204" pitchFamily="34" charset="0"/>
                <a:cs typeface="Times New Roman" panose="02020603050405020304" pitchFamily="18" charset="0"/>
              </a:rPr>
              <a:t> - zielony)</a:t>
            </a:r>
          </a:p>
          <a:p>
            <a:pPr algn="ctr">
              <a:spcAft>
                <a:spcPts val="1000"/>
              </a:spcAft>
            </a:pPr>
            <a:endParaRPr lang="pl-PL" altLang="en-US" sz="1800">
              <a:latin typeface="Times New Roman" panose="02020603050405020304" pitchFamily="18" charset="0"/>
              <a:ea typeface="Arial" panose="020B0604020202020204" pitchFamily="34" charset="0"/>
              <a:cs typeface="Times New Roman" panose="02020603050405020304" pitchFamily="18" charset="0"/>
            </a:endParaRPr>
          </a:p>
        </p:txBody>
      </p:sp>
      <p:pic>
        <p:nvPicPr>
          <p:cNvPr id="34820" name="Obraz 6">
            <a:extLst>
              <a:ext uri="{FF2B5EF4-FFF2-40B4-BE49-F238E27FC236}">
                <a16:creationId xmlns:a16="http://schemas.microsoft.com/office/drawing/2014/main" id="{EB95AE90-D84D-24FA-873C-114402FF0AF4}"/>
              </a:ext>
            </a:extLst>
          </p:cNvPr>
          <p:cNvPicPr>
            <a:picLocks noChangeAspect="1" noChangeArrowheads="1"/>
          </p:cNvPicPr>
          <p:nvPr/>
        </p:nvPicPr>
        <p:blipFill>
          <a:blip r:embed="rId3">
            <a:clrChange>
              <a:clrFrom>
                <a:srgbClr val="C0C0C0"/>
              </a:clrFrom>
              <a:clrTo>
                <a:srgbClr val="C0C0C0">
                  <a:alpha val="0"/>
                </a:srgbClr>
              </a:clrTo>
            </a:clrChange>
            <a:extLst>
              <a:ext uri="{28A0092B-C50C-407E-A947-70E740481C1C}">
                <a14:useLocalDpi xmlns:a14="http://schemas.microsoft.com/office/drawing/2010/main" val="0"/>
              </a:ext>
            </a:extLst>
          </a:blip>
          <a:srcRect/>
          <a:stretch>
            <a:fillRect/>
          </a:stretch>
        </p:blipFill>
        <p:spPr bwMode="auto">
          <a:xfrm>
            <a:off x="1963738" y="1654175"/>
            <a:ext cx="9656762" cy="424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ymbol zastępczy zawartości 2">
            <a:extLst>
              <a:ext uri="{FF2B5EF4-FFF2-40B4-BE49-F238E27FC236}">
                <a16:creationId xmlns:a16="http://schemas.microsoft.com/office/drawing/2014/main" id="{41A0F667-D6BA-C5BD-F9FC-787D94882393}"/>
              </a:ext>
            </a:extLst>
          </p:cNvPr>
          <p:cNvSpPr>
            <a:spLocks noGrp="1"/>
          </p:cNvSpPr>
          <p:nvPr>
            <p:ph idx="1"/>
          </p:nvPr>
        </p:nvSpPr>
        <p:spPr/>
        <p:txBody>
          <a:bodyPr/>
          <a:lstStyle/>
          <a:p>
            <a:pPr algn="just"/>
            <a:endParaRPr lang="pl-PL" altLang="en-US">
              <a:ea typeface="Arial" panose="020B0604020202020204" pitchFamily="34" charset="0"/>
            </a:endParaRPr>
          </a:p>
          <a:p>
            <a:endParaRPr lang="pl-PL" altLang="en-US">
              <a:ea typeface="Arial" panose="020B0604020202020204" pitchFamily="34" charset="0"/>
            </a:endParaRPr>
          </a:p>
        </p:txBody>
      </p:sp>
      <p:sp>
        <p:nvSpPr>
          <p:cNvPr id="36867" name="Tytuł 1">
            <a:extLst>
              <a:ext uri="{FF2B5EF4-FFF2-40B4-BE49-F238E27FC236}">
                <a16:creationId xmlns:a16="http://schemas.microsoft.com/office/drawing/2014/main" id="{99A518E1-91E9-95BC-1ED1-A4971BAAA1C9}"/>
              </a:ext>
            </a:extLst>
          </p:cNvPr>
          <p:cNvSpPr>
            <a:spLocks noGrp="1"/>
          </p:cNvSpPr>
          <p:nvPr>
            <p:ph type="title"/>
          </p:nvPr>
        </p:nvSpPr>
        <p:spPr>
          <a:xfrm>
            <a:off x="1963738" y="401638"/>
            <a:ext cx="10545762" cy="1460500"/>
          </a:xfrm>
        </p:spPr>
        <p:txBody>
          <a:bodyPr/>
          <a:lstStyle/>
          <a:p>
            <a:r>
              <a:rPr lang="pl-PL" altLang="en-US"/>
              <a:t>4. Elektronika</a:t>
            </a:r>
          </a:p>
        </p:txBody>
      </p:sp>
      <p:sp>
        <p:nvSpPr>
          <p:cNvPr id="36868" name="pole tekstowe 10">
            <a:extLst>
              <a:ext uri="{FF2B5EF4-FFF2-40B4-BE49-F238E27FC236}">
                <a16:creationId xmlns:a16="http://schemas.microsoft.com/office/drawing/2014/main" id="{9C67DCC3-AB14-1854-66D4-3BC3E8ED5B13}"/>
              </a:ext>
            </a:extLst>
          </p:cNvPr>
          <p:cNvSpPr txBox="1">
            <a:spLocks noChangeArrowheads="1"/>
          </p:cNvSpPr>
          <p:nvPr/>
        </p:nvSpPr>
        <p:spPr bwMode="auto">
          <a:xfrm>
            <a:off x="3187700" y="6450013"/>
            <a:ext cx="67167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287338">
              <a:tabLst>
                <a:tab pos="228600" algn="l"/>
                <a:tab pos="449263" algn="l"/>
              </a:tabLst>
              <a:defRPr sz="2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tabLst>
                <a:tab pos="228600" algn="l"/>
                <a:tab pos="449263" algn="l"/>
              </a:tabLst>
              <a:defRPr sz="2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tabLst>
                <a:tab pos="228600" algn="l"/>
                <a:tab pos="449263" algn="l"/>
              </a:tabLst>
              <a:defRPr sz="2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tabLst>
                <a:tab pos="228600" algn="l"/>
                <a:tab pos="449263" algn="l"/>
              </a:tabLst>
              <a:defRPr sz="2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tabLst>
                <a:tab pos="228600" algn="l"/>
                <a:tab pos="449263" algn="l"/>
              </a:tabLst>
              <a:defRPr sz="2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tabLst>
                <a:tab pos="228600" algn="l"/>
                <a:tab pos="449263" algn="l"/>
              </a:tabLst>
              <a:defRPr sz="2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tabLst>
                <a:tab pos="228600" algn="l"/>
                <a:tab pos="449263" algn="l"/>
              </a:tabLst>
              <a:defRPr sz="2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tabLst>
                <a:tab pos="228600" algn="l"/>
                <a:tab pos="449263" algn="l"/>
              </a:tabLst>
              <a:defRPr sz="2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tabLst>
                <a:tab pos="228600" algn="l"/>
                <a:tab pos="449263" algn="l"/>
              </a:tabLst>
              <a:defRPr sz="2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ctr">
              <a:spcAft>
                <a:spcPts val="1000"/>
              </a:spcAft>
            </a:pPr>
            <a:r>
              <a:rPr lang="pl-PL" altLang="en-US" sz="1800">
                <a:latin typeface="Times New Roman" panose="02020603050405020304" pitchFamily="18" charset="0"/>
                <a:ea typeface="Arial" panose="020B0604020202020204" pitchFamily="34" charset="0"/>
                <a:cs typeface="Times New Roman" panose="02020603050405020304" pitchFamily="18" charset="0"/>
              </a:rPr>
              <a:t>Rys. 4.8. Sygnał z hydrofonu na wyjściu układu wzmacniacza</a:t>
            </a:r>
          </a:p>
        </p:txBody>
      </p:sp>
      <p:pic>
        <p:nvPicPr>
          <p:cNvPr id="36869" name="Obraz 5">
            <a:extLst>
              <a:ext uri="{FF2B5EF4-FFF2-40B4-BE49-F238E27FC236}">
                <a16:creationId xmlns:a16="http://schemas.microsoft.com/office/drawing/2014/main" id="{1A977357-4962-0C84-51D8-9DB2FFBB3F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6493" t="15619" r="2058" b="13251"/>
          <a:stretch>
            <a:fillRect/>
          </a:stretch>
        </p:blipFill>
        <p:spPr bwMode="auto">
          <a:xfrm>
            <a:off x="2390775" y="1862138"/>
            <a:ext cx="7864475" cy="458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ymbol zastępczy zawartości 2">
            <a:extLst>
              <a:ext uri="{FF2B5EF4-FFF2-40B4-BE49-F238E27FC236}">
                <a16:creationId xmlns:a16="http://schemas.microsoft.com/office/drawing/2014/main" id="{DE51D407-2B07-F59E-E79C-85478643DE3D}"/>
              </a:ext>
            </a:extLst>
          </p:cNvPr>
          <p:cNvSpPr txBox="1">
            <a:spLocks/>
          </p:cNvSpPr>
          <p:nvPr/>
        </p:nvSpPr>
        <p:spPr bwMode="auto">
          <a:xfrm>
            <a:off x="1076325" y="2163763"/>
            <a:ext cx="11585575" cy="4794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1006475">
              <a:lnSpc>
                <a:spcPct val="90000"/>
              </a:lnSpc>
              <a:spcBef>
                <a:spcPts val="1100"/>
              </a:spcBef>
              <a:buFont typeface="Arial" panose="020B0604020202020204" pitchFamily="34" charset="0"/>
              <a:buChar char="•"/>
              <a:defRPr sz="3000">
                <a:solidFill>
                  <a:schemeClr val="tx1"/>
                </a:solidFill>
                <a:latin typeface="Calibri" panose="020F0502020204030204" pitchFamily="34" charset="0"/>
              </a:defRPr>
            </a:lvl1pPr>
            <a:lvl2pPr marL="754063" indent="-250825" defTabSz="1006475">
              <a:lnSpc>
                <a:spcPct val="90000"/>
              </a:lnSpc>
              <a:spcBef>
                <a:spcPts val="550"/>
              </a:spcBef>
              <a:buFont typeface="Arial" panose="020B0604020202020204" pitchFamily="34" charset="0"/>
              <a:buChar char="•"/>
              <a:defRPr sz="2600">
                <a:solidFill>
                  <a:schemeClr val="tx1"/>
                </a:solidFill>
                <a:latin typeface="Calibri" panose="020F0502020204030204" pitchFamily="34" charset="0"/>
              </a:defRPr>
            </a:lvl2pPr>
            <a:lvl3pPr marL="1258888" indent="-250825" defTabSz="1006475">
              <a:lnSpc>
                <a:spcPct val="90000"/>
              </a:lnSpc>
              <a:spcBef>
                <a:spcPts val="550"/>
              </a:spcBef>
              <a:buFont typeface="Arial" panose="020B0604020202020204" pitchFamily="34" charset="0"/>
              <a:buChar char="•"/>
              <a:defRPr sz="2200">
                <a:solidFill>
                  <a:schemeClr val="tx1"/>
                </a:solidFill>
                <a:latin typeface="Calibri" panose="020F0502020204030204" pitchFamily="34" charset="0"/>
              </a:defRPr>
            </a:lvl3pPr>
            <a:lvl4pPr marL="1762125" indent="-250825" defTabSz="1006475">
              <a:lnSpc>
                <a:spcPct val="90000"/>
              </a:lnSpc>
              <a:spcBef>
                <a:spcPts val="550"/>
              </a:spcBef>
              <a:buFont typeface="Arial" panose="020B0604020202020204" pitchFamily="34" charset="0"/>
              <a:buChar char="•"/>
              <a:defRPr sz="1900">
                <a:solidFill>
                  <a:schemeClr val="tx1"/>
                </a:solidFill>
                <a:latin typeface="Calibri" panose="020F0502020204030204" pitchFamily="34" charset="0"/>
              </a:defRPr>
            </a:lvl4pPr>
            <a:lvl5pPr marL="2265363" indent="-250825" defTabSz="1006475">
              <a:lnSpc>
                <a:spcPct val="90000"/>
              </a:lnSpc>
              <a:spcBef>
                <a:spcPts val="550"/>
              </a:spcBef>
              <a:buFont typeface="Arial" panose="020B0604020202020204" pitchFamily="34" charset="0"/>
              <a:buChar char="•"/>
              <a:defRPr sz="1900">
                <a:solidFill>
                  <a:schemeClr val="tx1"/>
                </a:solidFill>
                <a:latin typeface="Calibri" panose="020F0502020204030204" pitchFamily="34" charset="0"/>
              </a:defRPr>
            </a:lvl5pPr>
            <a:lvl6pPr marL="2722563" indent="-250825" defTabSz="1006475" eaLnBrk="0" fontAlgn="base" hangingPunct="0">
              <a:lnSpc>
                <a:spcPct val="90000"/>
              </a:lnSpc>
              <a:spcBef>
                <a:spcPts val="550"/>
              </a:spcBef>
              <a:spcAft>
                <a:spcPct val="0"/>
              </a:spcAft>
              <a:buFont typeface="Arial" panose="020B0604020202020204" pitchFamily="34" charset="0"/>
              <a:buChar char="•"/>
              <a:defRPr sz="1900">
                <a:solidFill>
                  <a:schemeClr val="tx1"/>
                </a:solidFill>
                <a:latin typeface="Calibri" panose="020F0502020204030204" pitchFamily="34" charset="0"/>
              </a:defRPr>
            </a:lvl6pPr>
            <a:lvl7pPr marL="3179763" indent="-250825" defTabSz="1006475" eaLnBrk="0" fontAlgn="base" hangingPunct="0">
              <a:lnSpc>
                <a:spcPct val="90000"/>
              </a:lnSpc>
              <a:spcBef>
                <a:spcPts val="550"/>
              </a:spcBef>
              <a:spcAft>
                <a:spcPct val="0"/>
              </a:spcAft>
              <a:buFont typeface="Arial" panose="020B0604020202020204" pitchFamily="34" charset="0"/>
              <a:buChar char="•"/>
              <a:defRPr sz="1900">
                <a:solidFill>
                  <a:schemeClr val="tx1"/>
                </a:solidFill>
                <a:latin typeface="Calibri" panose="020F0502020204030204" pitchFamily="34" charset="0"/>
              </a:defRPr>
            </a:lvl7pPr>
            <a:lvl8pPr marL="3636963" indent="-250825" defTabSz="1006475" eaLnBrk="0" fontAlgn="base" hangingPunct="0">
              <a:lnSpc>
                <a:spcPct val="90000"/>
              </a:lnSpc>
              <a:spcBef>
                <a:spcPts val="550"/>
              </a:spcBef>
              <a:spcAft>
                <a:spcPct val="0"/>
              </a:spcAft>
              <a:buFont typeface="Arial" panose="020B0604020202020204" pitchFamily="34" charset="0"/>
              <a:buChar char="•"/>
              <a:defRPr sz="1900">
                <a:solidFill>
                  <a:schemeClr val="tx1"/>
                </a:solidFill>
                <a:latin typeface="Calibri" panose="020F0502020204030204" pitchFamily="34" charset="0"/>
              </a:defRPr>
            </a:lvl8pPr>
            <a:lvl9pPr marL="4094163" indent="-250825" defTabSz="1006475" eaLnBrk="0" fontAlgn="base" hangingPunct="0">
              <a:lnSpc>
                <a:spcPct val="90000"/>
              </a:lnSpc>
              <a:spcBef>
                <a:spcPts val="550"/>
              </a:spcBef>
              <a:spcAft>
                <a:spcPct val="0"/>
              </a:spcAft>
              <a:buFont typeface="Arial" panose="020B0604020202020204" pitchFamily="34" charset="0"/>
              <a:buChar char="•"/>
              <a:defRPr sz="1900">
                <a:solidFill>
                  <a:schemeClr val="tx1"/>
                </a:solidFill>
                <a:latin typeface="Calibri" panose="020F0502020204030204" pitchFamily="34" charset="0"/>
              </a:defRPr>
            </a:lvl9pPr>
          </a:lstStyle>
          <a:p>
            <a:pPr algn="just">
              <a:buFont typeface="Arial" panose="020B0604020202020204" pitchFamily="34" charset="0"/>
              <a:buNone/>
            </a:pPr>
            <a:r>
              <a:rPr lang="pl-PL" altLang="en-US" sz="2400">
                <a:latin typeface="Times New Roman" panose="02020603050405020304" pitchFamily="18" charset="0"/>
                <a:ea typeface="Arial" panose="020B0604020202020204" pitchFamily="34" charset="0"/>
                <a:cs typeface="Times New Roman" panose="02020603050405020304" pitchFamily="18" charset="0"/>
              </a:rPr>
              <a:t>Ze względu na niezadowalające rezultaty, postanowiono podać sygnał z hydrofonów bezpośrednio na przetwornik ADC mikrokontrolera.</a:t>
            </a:r>
          </a:p>
        </p:txBody>
      </p:sp>
      <p:sp>
        <p:nvSpPr>
          <p:cNvPr id="38915" name="Symbol zastępczy zawartości 2">
            <a:extLst>
              <a:ext uri="{FF2B5EF4-FFF2-40B4-BE49-F238E27FC236}">
                <a16:creationId xmlns:a16="http://schemas.microsoft.com/office/drawing/2014/main" id="{9B4DD951-0A4A-0C9C-A01E-030F80DB3730}"/>
              </a:ext>
            </a:extLst>
          </p:cNvPr>
          <p:cNvSpPr>
            <a:spLocks noGrp="1"/>
          </p:cNvSpPr>
          <p:nvPr>
            <p:ph idx="1"/>
          </p:nvPr>
        </p:nvSpPr>
        <p:spPr/>
        <p:txBody>
          <a:bodyPr/>
          <a:lstStyle/>
          <a:p>
            <a:pPr algn="just"/>
            <a:endParaRPr lang="pl-PL" altLang="en-US">
              <a:ea typeface="Arial" panose="020B0604020202020204" pitchFamily="34" charset="0"/>
            </a:endParaRPr>
          </a:p>
          <a:p>
            <a:endParaRPr lang="pl-PL" altLang="en-US">
              <a:ea typeface="Arial" panose="020B0604020202020204" pitchFamily="34" charset="0"/>
            </a:endParaRPr>
          </a:p>
        </p:txBody>
      </p:sp>
      <p:sp>
        <p:nvSpPr>
          <p:cNvPr id="38916" name="Tytuł 1">
            <a:extLst>
              <a:ext uri="{FF2B5EF4-FFF2-40B4-BE49-F238E27FC236}">
                <a16:creationId xmlns:a16="http://schemas.microsoft.com/office/drawing/2014/main" id="{3465D624-5F8A-CA9E-7608-B5A3D07148CF}"/>
              </a:ext>
            </a:extLst>
          </p:cNvPr>
          <p:cNvSpPr>
            <a:spLocks noGrp="1"/>
          </p:cNvSpPr>
          <p:nvPr>
            <p:ph type="title"/>
          </p:nvPr>
        </p:nvSpPr>
        <p:spPr>
          <a:xfrm>
            <a:off x="1963738" y="401638"/>
            <a:ext cx="10545762" cy="1460500"/>
          </a:xfrm>
        </p:spPr>
        <p:txBody>
          <a:bodyPr/>
          <a:lstStyle/>
          <a:p>
            <a:r>
              <a:rPr lang="pl-PL" altLang="en-US"/>
              <a:t>4. Elektronika</a:t>
            </a:r>
          </a:p>
        </p:txBody>
      </p:sp>
      <p:sp>
        <p:nvSpPr>
          <p:cNvPr id="38917" name="pole tekstowe 10">
            <a:extLst>
              <a:ext uri="{FF2B5EF4-FFF2-40B4-BE49-F238E27FC236}">
                <a16:creationId xmlns:a16="http://schemas.microsoft.com/office/drawing/2014/main" id="{AB1DF848-630A-A3A1-5AE2-736F719F8797}"/>
              </a:ext>
            </a:extLst>
          </p:cNvPr>
          <p:cNvSpPr txBox="1">
            <a:spLocks noChangeArrowheads="1"/>
          </p:cNvSpPr>
          <p:nvPr/>
        </p:nvSpPr>
        <p:spPr bwMode="auto">
          <a:xfrm>
            <a:off x="3187700" y="6450013"/>
            <a:ext cx="67167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287338">
              <a:tabLst>
                <a:tab pos="228600" algn="l"/>
                <a:tab pos="449263" algn="l"/>
              </a:tabLst>
              <a:defRPr sz="2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tabLst>
                <a:tab pos="228600" algn="l"/>
                <a:tab pos="449263" algn="l"/>
              </a:tabLst>
              <a:defRPr sz="2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tabLst>
                <a:tab pos="228600" algn="l"/>
                <a:tab pos="449263" algn="l"/>
              </a:tabLst>
              <a:defRPr sz="2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tabLst>
                <a:tab pos="228600" algn="l"/>
                <a:tab pos="449263" algn="l"/>
              </a:tabLst>
              <a:defRPr sz="2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tabLst>
                <a:tab pos="228600" algn="l"/>
                <a:tab pos="449263" algn="l"/>
              </a:tabLst>
              <a:defRPr sz="2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tabLst>
                <a:tab pos="228600" algn="l"/>
                <a:tab pos="449263" algn="l"/>
              </a:tabLst>
              <a:defRPr sz="2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tabLst>
                <a:tab pos="228600" algn="l"/>
                <a:tab pos="449263" algn="l"/>
              </a:tabLst>
              <a:defRPr sz="2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tabLst>
                <a:tab pos="228600" algn="l"/>
                <a:tab pos="449263" algn="l"/>
              </a:tabLst>
              <a:defRPr sz="2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tabLst>
                <a:tab pos="228600" algn="l"/>
                <a:tab pos="449263" algn="l"/>
              </a:tabLst>
              <a:defRPr sz="2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ctr">
              <a:spcAft>
                <a:spcPts val="1000"/>
              </a:spcAft>
            </a:pPr>
            <a:r>
              <a:rPr lang="pl-PL" altLang="en-US" sz="1800">
                <a:latin typeface="Times New Roman" panose="02020603050405020304" pitchFamily="18" charset="0"/>
                <a:ea typeface="Arial" panose="020B0604020202020204" pitchFamily="34" charset="0"/>
                <a:cs typeface="Times New Roman" panose="02020603050405020304" pitchFamily="18" charset="0"/>
              </a:rPr>
              <a:t>Rys. 4.9. Sygnał odczytany z przetwornika ADC mikrokontrolera</a:t>
            </a:r>
          </a:p>
        </p:txBody>
      </p:sp>
      <p:pic>
        <p:nvPicPr>
          <p:cNvPr id="38918" name="Obraz 6">
            <a:extLst>
              <a:ext uri="{FF2B5EF4-FFF2-40B4-BE49-F238E27FC236}">
                <a16:creationId xmlns:a16="http://schemas.microsoft.com/office/drawing/2014/main" id="{CDD5DE3F-70E1-F7DE-4A93-13DF1A49EB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46475" y="2841625"/>
            <a:ext cx="6000750" cy="360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ymbol zastępczy zawartości 2">
            <a:extLst>
              <a:ext uri="{FF2B5EF4-FFF2-40B4-BE49-F238E27FC236}">
                <a16:creationId xmlns:a16="http://schemas.microsoft.com/office/drawing/2014/main" id="{98835DCE-5B70-67F1-29A1-A3655A1CDD37}"/>
              </a:ext>
            </a:extLst>
          </p:cNvPr>
          <p:cNvSpPr>
            <a:spLocks noGrp="1"/>
          </p:cNvSpPr>
          <p:nvPr>
            <p:ph idx="1"/>
          </p:nvPr>
        </p:nvSpPr>
        <p:spPr/>
        <p:txBody>
          <a:bodyPr/>
          <a:lstStyle/>
          <a:p>
            <a:pPr algn="just"/>
            <a:r>
              <a:rPr lang="pl-PL" altLang="en-US"/>
              <a:t>Najpierw zaprojektowano układ i kod pozwalający na odczyt danych z jednego hydrofonu przy mikrokontrolerze podpiętym do komputera. Na tej podstawie stworzono prosty czujnik ToF obliczający odległość źródła dźwięku od czujnika (punkt 7).</a:t>
            </a:r>
          </a:p>
        </p:txBody>
      </p:sp>
      <p:sp>
        <p:nvSpPr>
          <p:cNvPr id="40963" name="Tytuł 1">
            <a:extLst>
              <a:ext uri="{FF2B5EF4-FFF2-40B4-BE49-F238E27FC236}">
                <a16:creationId xmlns:a16="http://schemas.microsoft.com/office/drawing/2014/main" id="{21D55F9C-6552-2AA5-F74E-402300F95C56}"/>
              </a:ext>
            </a:extLst>
          </p:cNvPr>
          <p:cNvSpPr>
            <a:spLocks noGrp="1"/>
          </p:cNvSpPr>
          <p:nvPr>
            <p:ph type="title"/>
          </p:nvPr>
        </p:nvSpPr>
        <p:spPr>
          <a:xfrm>
            <a:off x="1963738" y="401638"/>
            <a:ext cx="10545762" cy="1460500"/>
          </a:xfrm>
        </p:spPr>
        <p:txBody>
          <a:bodyPr/>
          <a:lstStyle/>
          <a:p>
            <a:r>
              <a:rPr lang="pl-PL" altLang="en-US"/>
              <a:t>5. Akwizycja danych</a:t>
            </a:r>
          </a:p>
        </p:txBody>
      </p:sp>
      <p:sp>
        <p:nvSpPr>
          <p:cNvPr id="40964" name="pole tekstowe 10">
            <a:extLst>
              <a:ext uri="{FF2B5EF4-FFF2-40B4-BE49-F238E27FC236}">
                <a16:creationId xmlns:a16="http://schemas.microsoft.com/office/drawing/2014/main" id="{1FBAED09-4C6E-9ABD-B9AA-4C20AA77A018}"/>
              </a:ext>
            </a:extLst>
          </p:cNvPr>
          <p:cNvSpPr txBox="1">
            <a:spLocks noChangeArrowheads="1"/>
          </p:cNvSpPr>
          <p:nvPr/>
        </p:nvSpPr>
        <p:spPr bwMode="auto">
          <a:xfrm>
            <a:off x="2451100" y="6450013"/>
            <a:ext cx="85312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287338">
              <a:tabLst>
                <a:tab pos="228600" algn="l"/>
                <a:tab pos="449263" algn="l"/>
              </a:tabLst>
              <a:defRPr sz="2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tabLst>
                <a:tab pos="228600" algn="l"/>
                <a:tab pos="449263" algn="l"/>
              </a:tabLst>
              <a:defRPr sz="2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tabLst>
                <a:tab pos="228600" algn="l"/>
                <a:tab pos="449263" algn="l"/>
              </a:tabLst>
              <a:defRPr sz="2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tabLst>
                <a:tab pos="228600" algn="l"/>
                <a:tab pos="449263" algn="l"/>
              </a:tabLst>
              <a:defRPr sz="2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tabLst>
                <a:tab pos="228600" algn="l"/>
                <a:tab pos="449263" algn="l"/>
              </a:tabLst>
              <a:defRPr sz="2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tabLst>
                <a:tab pos="228600" algn="l"/>
                <a:tab pos="449263" algn="l"/>
              </a:tabLst>
              <a:defRPr sz="2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tabLst>
                <a:tab pos="228600" algn="l"/>
                <a:tab pos="449263" algn="l"/>
              </a:tabLst>
              <a:defRPr sz="2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tabLst>
                <a:tab pos="228600" algn="l"/>
                <a:tab pos="449263" algn="l"/>
              </a:tabLst>
              <a:defRPr sz="2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tabLst>
                <a:tab pos="228600" algn="l"/>
                <a:tab pos="449263" algn="l"/>
              </a:tabLst>
              <a:defRPr sz="2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ctr">
              <a:spcAft>
                <a:spcPts val="1000"/>
              </a:spcAft>
            </a:pPr>
            <a:r>
              <a:rPr lang="pl-PL" altLang="en-US" sz="1800">
                <a:latin typeface="Times New Roman" panose="02020603050405020304" pitchFamily="18" charset="0"/>
                <a:ea typeface="Arial" panose="020B0604020202020204" pitchFamily="34" charset="0"/>
                <a:cs typeface="Times New Roman" panose="02020603050405020304" pitchFamily="18" charset="0"/>
              </a:rPr>
              <a:t>Rys. 5.1. Sygnał odczytany z hydrofonu z mikrokontrolerem podpiętym do komputera</a:t>
            </a:r>
          </a:p>
        </p:txBody>
      </p:sp>
      <p:pic>
        <p:nvPicPr>
          <p:cNvPr id="40965" name="Obraz 4">
            <a:extLst>
              <a:ext uri="{FF2B5EF4-FFF2-40B4-BE49-F238E27FC236}">
                <a16:creationId xmlns:a16="http://schemas.microsoft.com/office/drawing/2014/main" id="{4854FD1F-8604-022B-51C1-CDB0F67C33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71825" y="3125788"/>
            <a:ext cx="7089775" cy="332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ymbol zastępczy zawartości 2">
            <a:extLst>
              <a:ext uri="{FF2B5EF4-FFF2-40B4-BE49-F238E27FC236}">
                <a16:creationId xmlns:a16="http://schemas.microsoft.com/office/drawing/2014/main" id="{DE5E9830-5740-091B-A257-680E92368237}"/>
              </a:ext>
            </a:extLst>
          </p:cNvPr>
          <p:cNvSpPr>
            <a:spLocks noGrp="1"/>
          </p:cNvSpPr>
          <p:nvPr>
            <p:ph idx="1"/>
          </p:nvPr>
        </p:nvSpPr>
        <p:spPr/>
        <p:txBody>
          <a:bodyPr/>
          <a:lstStyle/>
          <a:p>
            <a:pPr algn="just"/>
            <a:r>
              <a:rPr lang="pl-PL" altLang="en-US"/>
              <a:t>Następnie zaprojektowano algorytm umożlwiający zapis danych pomiarowych do pliku csv. Zapisywane są odczyty z czterech hydrofonów, z czujnika IMU oraz o stanie głośnika nadającego sygnał  (włączony / wyłączony).</a:t>
            </a:r>
          </a:p>
        </p:txBody>
      </p:sp>
      <p:sp>
        <p:nvSpPr>
          <p:cNvPr id="43011" name="Tytuł 1">
            <a:extLst>
              <a:ext uri="{FF2B5EF4-FFF2-40B4-BE49-F238E27FC236}">
                <a16:creationId xmlns:a16="http://schemas.microsoft.com/office/drawing/2014/main" id="{1EBE8391-A44A-E93A-3717-522CC63F8AC5}"/>
              </a:ext>
            </a:extLst>
          </p:cNvPr>
          <p:cNvSpPr>
            <a:spLocks noGrp="1"/>
          </p:cNvSpPr>
          <p:nvPr>
            <p:ph type="title"/>
          </p:nvPr>
        </p:nvSpPr>
        <p:spPr>
          <a:xfrm>
            <a:off x="1963738" y="401638"/>
            <a:ext cx="10545762" cy="1460500"/>
          </a:xfrm>
        </p:spPr>
        <p:txBody>
          <a:bodyPr/>
          <a:lstStyle/>
          <a:p>
            <a:r>
              <a:rPr lang="pl-PL" altLang="en-US"/>
              <a:t>5. Akwizycja danych</a:t>
            </a:r>
          </a:p>
        </p:txBody>
      </p:sp>
      <p:sp>
        <p:nvSpPr>
          <p:cNvPr id="43012" name="pole tekstowe 10">
            <a:extLst>
              <a:ext uri="{FF2B5EF4-FFF2-40B4-BE49-F238E27FC236}">
                <a16:creationId xmlns:a16="http://schemas.microsoft.com/office/drawing/2014/main" id="{DB4BCC1C-C71B-CFB4-ABAD-2FF2278F5D2F}"/>
              </a:ext>
            </a:extLst>
          </p:cNvPr>
          <p:cNvSpPr txBox="1">
            <a:spLocks noChangeArrowheads="1"/>
          </p:cNvSpPr>
          <p:nvPr/>
        </p:nvSpPr>
        <p:spPr bwMode="auto">
          <a:xfrm>
            <a:off x="2451100" y="6450013"/>
            <a:ext cx="85312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287338">
              <a:tabLst>
                <a:tab pos="228600" algn="l"/>
                <a:tab pos="449263" algn="l"/>
              </a:tabLst>
              <a:defRPr sz="2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tabLst>
                <a:tab pos="228600" algn="l"/>
                <a:tab pos="449263" algn="l"/>
              </a:tabLst>
              <a:defRPr sz="2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tabLst>
                <a:tab pos="228600" algn="l"/>
                <a:tab pos="449263" algn="l"/>
              </a:tabLst>
              <a:defRPr sz="2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tabLst>
                <a:tab pos="228600" algn="l"/>
                <a:tab pos="449263" algn="l"/>
              </a:tabLst>
              <a:defRPr sz="2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tabLst>
                <a:tab pos="228600" algn="l"/>
                <a:tab pos="449263" algn="l"/>
              </a:tabLst>
              <a:defRPr sz="2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tabLst>
                <a:tab pos="228600" algn="l"/>
                <a:tab pos="449263" algn="l"/>
              </a:tabLst>
              <a:defRPr sz="2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tabLst>
                <a:tab pos="228600" algn="l"/>
                <a:tab pos="449263" algn="l"/>
              </a:tabLst>
              <a:defRPr sz="2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tabLst>
                <a:tab pos="228600" algn="l"/>
                <a:tab pos="449263" algn="l"/>
              </a:tabLst>
              <a:defRPr sz="2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tabLst>
                <a:tab pos="228600" algn="l"/>
                <a:tab pos="449263" algn="l"/>
              </a:tabLst>
              <a:defRPr sz="2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ctr">
              <a:spcAft>
                <a:spcPts val="1000"/>
              </a:spcAft>
            </a:pPr>
            <a:r>
              <a:rPr lang="pl-PL" altLang="en-US" sz="1800">
                <a:latin typeface="Times New Roman" panose="02020603050405020304" pitchFamily="18" charset="0"/>
                <a:ea typeface="Arial" panose="020B0604020202020204" pitchFamily="34" charset="0"/>
                <a:cs typeface="Times New Roman" panose="02020603050405020304" pitchFamily="18" charset="0"/>
              </a:rPr>
              <a:t>Rys. 5.2. Sygnał odczytany z czterech hydrofonów zapisany do pliku csv</a:t>
            </a:r>
          </a:p>
        </p:txBody>
      </p:sp>
      <p:pic>
        <p:nvPicPr>
          <p:cNvPr id="43013" name="Obraz 5">
            <a:extLst>
              <a:ext uri="{FF2B5EF4-FFF2-40B4-BE49-F238E27FC236}">
                <a16:creationId xmlns:a16="http://schemas.microsoft.com/office/drawing/2014/main" id="{26D525A7-18AB-7C09-DDF9-2926F46DF35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24200" y="3057525"/>
            <a:ext cx="7185025" cy="339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ymbol zastępczy zawartości 2">
            <a:extLst>
              <a:ext uri="{FF2B5EF4-FFF2-40B4-BE49-F238E27FC236}">
                <a16:creationId xmlns:a16="http://schemas.microsoft.com/office/drawing/2014/main" id="{98DF47F0-11DA-6AE0-54FF-79E9033EA9FB}"/>
              </a:ext>
            </a:extLst>
          </p:cNvPr>
          <p:cNvSpPr>
            <a:spLocks noGrp="1"/>
          </p:cNvSpPr>
          <p:nvPr>
            <p:ph idx="1"/>
          </p:nvPr>
        </p:nvSpPr>
        <p:spPr/>
        <p:txBody>
          <a:bodyPr/>
          <a:lstStyle/>
          <a:p>
            <a:pPr algn="just">
              <a:defRPr/>
            </a:pPr>
            <a:r>
              <a:rPr lang="pl-PL"/>
              <a:t>Analiza danych zapisanych w pliku składa się z dwóch etapów:</a:t>
            </a:r>
          </a:p>
          <a:p>
            <a:pPr marL="342900" indent="-342900" algn="just">
              <a:buFont typeface="Arial" panose="020B0604020202020204" pitchFamily="34" charset="0"/>
              <a:buChar char="•"/>
              <a:defRPr/>
            </a:pPr>
            <a:r>
              <a:rPr lang="pl-PL"/>
              <a:t>Obliczenie odległości obiektu od poszczególnych hydrofonów</a:t>
            </a:r>
          </a:p>
          <a:p>
            <a:pPr marL="342900" indent="-342900" algn="just">
              <a:buFont typeface="Arial" panose="020B0604020202020204" pitchFamily="34" charset="0"/>
              <a:buChar char="•"/>
              <a:defRPr/>
            </a:pPr>
            <a:r>
              <a:rPr lang="pl-PL"/>
              <a:t>Obliczenie pozycji XYZ obiektu na podstawie odległości</a:t>
            </a:r>
          </a:p>
        </p:txBody>
      </p:sp>
      <p:sp>
        <p:nvSpPr>
          <p:cNvPr id="45059" name="Tytuł 1">
            <a:extLst>
              <a:ext uri="{FF2B5EF4-FFF2-40B4-BE49-F238E27FC236}">
                <a16:creationId xmlns:a16="http://schemas.microsoft.com/office/drawing/2014/main" id="{DB5D31C5-3FF6-2696-4D26-8DA8AADCC9B9}"/>
              </a:ext>
            </a:extLst>
          </p:cNvPr>
          <p:cNvSpPr>
            <a:spLocks noGrp="1"/>
          </p:cNvSpPr>
          <p:nvPr>
            <p:ph type="title"/>
          </p:nvPr>
        </p:nvSpPr>
        <p:spPr>
          <a:xfrm>
            <a:off x="1963738" y="401638"/>
            <a:ext cx="10545762" cy="1460500"/>
          </a:xfrm>
        </p:spPr>
        <p:txBody>
          <a:bodyPr/>
          <a:lstStyle/>
          <a:p>
            <a:r>
              <a:rPr lang="pl-PL" altLang="en-US"/>
              <a:t>6. Analiza danych</a:t>
            </a:r>
          </a:p>
        </p:txBody>
      </p:sp>
    </p:spTree>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ymbol zastępczy zawartości 2">
            <a:extLst>
              <a:ext uri="{FF2B5EF4-FFF2-40B4-BE49-F238E27FC236}">
                <a16:creationId xmlns:a16="http://schemas.microsoft.com/office/drawing/2014/main" id="{FB8F677D-87B9-A325-6093-D207E84CBB7E}"/>
              </a:ext>
            </a:extLst>
          </p:cNvPr>
          <p:cNvSpPr>
            <a:spLocks noGrp="1"/>
          </p:cNvSpPr>
          <p:nvPr>
            <p:ph idx="1"/>
          </p:nvPr>
        </p:nvSpPr>
        <p:spPr/>
        <p:txBody>
          <a:bodyPr/>
          <a:lstStyle/>
          <a:p>
            <a:pPr algn="just"/>
            <a:r>
              <a:rPr lang="pl-PL" altLang="en-US"/>
              <a:t>Po wyznaczeniu odległości następuje wyznaczenie współrzędnych XYZ punktu od którego odbił się sygnał. Do tego celu użyto funkcji optymalizacji, która działa w następujący sposób:</a:t>
            </a:r>
          </a:p>
          <a:p>
            <a:pPr marL="1096963" lvl="1" indent="-342900" algn="just">
              <a:spcBef>
                <a:spcPts val="600"/>
              </a:spcBef>
              <a:spcAft>
                <a:spcPts val="600"/>
              </a:spcAft>
              <a:buFont typeface="Symbol" panose="05050102010706020507" pitchFamily="18" charset="2"/>
              <a:buChar char=""/>
            </a:pPr>
            <a:r>
              <a:rPr lang="pl-PL" altLang="en-US" sz="2000">
                <a:latin typeface="Times New Roman" panose="02020603050405020304" pitchFamily="18" charset="0"/>
                <a:ea typeface="Arial" panose="020B0604020202020204" pitchFamily="34" charset="0"/>
                <a:cs typeface="Times New Roman" panose="02020603050405020304" pitchFamily="18" charset="0"/>
              </a:rPr>
              <a:t>Losuje współrzędne XYZ punktu.</a:t>
            </a:r>
          </a:p>
          <a:p>
            <a:pPr marL="1096963" lvl="1" indent="-342900" algn="just">
              <a:spcBef>
                <a:spcPts val="600"/>
              </a:spcBef>
              <a:spcAft>
                <a:spcPts val="600"/>
              </a:spcAft>
              <a:buFont typeface="Symbol" panose="05050102010706020507" pitchFamily="18" charset="2"/>
              <a:buChar char=""/>
            </a:pPr>
            <a:r>
              <a:rPr lang="pl-PL" altLang="en-US" sz="2000">
                <a:latin typeface="Times New Roman" panose="02020603050405020304" pitchFamily="18" charset="0"/>
                <a:ea typeface="Arial" panose="020B0604020202020204" pitchFamily="34" charset="0"/>
                <a:cs typeface="Times New Roman" panose="02020603050405020304" pitchFamily="18" charset="0"/>
              </a:rPr>
              <a:t>Oblicza odległości od wyznaczonego punktu do hydrofonów.</a:t>
            </a:r>
          </a:p>
          <a:p>
            <a:pPr marL="1096963" lvl="1" indent="-342900" algn="just">
              <a:spcBef>
                <a:spcPts val="600"/>
              </a:spcBef>
              <a:spcAft>
                <a:spcPts val="600"/>
              </a:spcAft>
              <a:buFont typeface="Symbol" panose="05050102010706020507" pitchFamily="18" charset="2"/>
              <a:buChar char=""/>
            </a:pPr>
            <a:r>
              <a:rPr lang="pl-PL" altLang="en-US" sz="2000">
                <a:latin typeface="Times New Roman" panose="02020603050405020304" pitchFamily="18" charset="0"/>
                <a:ea typeface="Arial" panose="020B0604020202020204" pitchFamily="34" charset="0"/>
                <a:cs typeface="Times New Roman" panose="02020603050405020304" pitchFamily="18" charset="0"/>
              </a:rPr>
              <a:t>Oblicza błąd między zmierzoną a wyznaczoną odległością i podnosi go do kwadratu.</a:t>
            </a:r>
          </a:p>
          <a:p>
            <a:pPr marL="1096963" lvl="1" indent="-342900" algn="just">
              <a:spcBef>
                <a:spcPts val="600"/>
              </a:spcBef>
              <a:spcAft>
                <a:spcPts val="600"/>
              </a:spcAft>
              <a:buFont typeface="Symbol" panose="05050102010706020507" pitchFamily="18" charset="2"/>
              <a:buChar char=""/>
            </a:pPr>
            <a:r>
              <a:rPr lang="pl-PL" altLang="en-US" sz="2000">
                <a:latin typeface="Times New Roman" panose="02020603050405020304" pitchFamily="18" charset="0"/>
                <a:ea typeface="Arial" panose="020B0604020202020204" pitchFamily="34" charset="0"/>
                <a:cs typeface="Times New Roman" panose="02020603050405020304" pitchFamily="18" charset="0"/>
              </a:rPr>
              <a:t>Dąży do minimalizacji tak powstałej funkcji przez modyfikację współrzędnych XYZ.</a:t>
            </a:r>
          </a:p>
          <a:p>
            <a:pPr marL="1096963" lvl="1" indent="-342900" algn="just">
              <a:spcBef>
                <a:spcPts val="600"/>
              </a:spcBef>
              <a:spcAft>
                <a:spcPts val="600"/>
              </a:spcAft>
              <a:buFont typeface="Symbol" panose="05050102010706020507" pitchFamily="18" charset="2"/>
              <a:buChar char=""/>
            </a:pPr>
            <a:r>
              <a:rPr lang="pl-PL" altLang="en-US" sz="2000">
                <a:latin typeface="Times New Roman" panose="02020603050405020304" pitchFamily="18" charset="0"/>
                <a:ea typeface="Arial" panose="020B0604020202020204" pitchFamily="34" charset="0"/>
                <a:cs typeface="Times New Roman" panose="02020603050405020304" pitchFamily="18" charset="0"/>
              </a:rPr>
              <a:t>Zakładamy, że hydrofony leżą na płaszczyźnie YZ a współrzędna X musi być większa od zera.</a:t>
            </a:r>
          </a:p>
          <a:p>
            <a:pPr algn="just"/>
            <a:r>
              <a:rPr lang="pl-PL" altLang="en-US"/>
              <a:t>Dodatkowo funkcja może wykluczyć odczyt z jednego z hydrofonów w razie gdyby podawał dane znacząco odstające od pozostałych. Następnie do końcowego wyniku zostają uwzględnione odczyty z IMU.</a:t>
            </a:r>
          </a:p>
        </p:txBody>
      </p:sp>
      <p:sp>
        <p:nvSpPr>
          <p:cNvPr id="51203" name="Tytuł 1">
            <a:extLst>
              <a:ext uri="{FF2B5EF4-FFF2-40B4-BE49-F238E27FC236}">
                <a16:creationId xmlns:a16="http://schemas.microsoft.com/office/drawing/2014/main" id="{C4BB5095-9639-4AB5-6853-27218BF29499}"/>
              </a:ext>
            </a:extLst>
          </p:cNvPr>
          <p:cNvSpPr>
            <a:spLocks noGrp="1"/>
          </p:cNvSpPr>
          <p:nvPr>
            <p:ph type="title"/>
          </p:nvPr>
        </p:nvSpPr>
        <p:spPr>
          <a:xfrm>
            <a:off x="1963738" y="401638"/>
            <a:ext cx="10545762" cy="1460500"/>
          </a:xfrm>
        </p:spPr>
        <p:txBody>
          <a:bodyPr/>
          <a:lstStyle/>
          <a:p>
            <a:r>
              <a:rPr lang="pl-PL" altLang="en-US"/>
              <a:t>6. Analiza danych</a:t>
            </a:r>
          </a:p>
        </p:txBody>
      </p:sp>
    </p:spTree>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ymbol zastępczy zawartości 2">
            <a:extLst>
              <a:ext uri="{FF2B5EF4-FFF2-40B4-BE49-F238E27FC236}">
                <a16:creationId xmlns:a16="http://schemas.microsoft.com/office/drawing/2014/main" id="{8A394EED-5F2E-DC14-9AD1-82FF94828003}"/>
              </a:ext>
            </a:extLst>
          </p:cNvPr>
          <p:cNvSpPr>
            <a:spLocks noGrp="1"/>
          </p:cNvSpPr>
          <p:nvPr>
            <p:ph idx="1"/>
          </p:nvPr>
        </p:nvSpPr>
        <p:spPr/>
        <p:txBody>
          <a:bodyPr/>
          <a:lstStyle/>
          <a:p>
            <a:pPr algn="just"/>
            <a:endParaRPr lang="en-US" altLang="en-US"/>
          </a:p>
        </p:txBody>
      </p:sp>
      <p:sp>
        <p:nvSpPr>
          <p:cNvPr id="53251" name="Tytuł 1">
            <a:extLst>
              <a:ext uri="{FF2B5EF4-FFF2-40B4-BE49-F238E27FC236}">
                <a16:creationId xmlns:a16="http://schemas.microsoft.com/office/drawing/2014/main" id="{FB99CA7C-A410-9816-533B-6B890DD157E4}"/>
              </a:ext>
            </a:extLst>
          </p:cNvPr>
          <p:cNvSpPr>
            <a:spLocks noGrp="1"/>
          </p:cNvSpPr>
          <p:nvPr>
            <p:ph type="title"/>
          </p:nvPr>
        </p:nvSpPr>
        <p:spPr>
          <a:xfrm>
            <a:off x="1963738" y="401638"/>
            <a:ext cx="10545762" cy="1460500"/>
          </a:xfrm>
        </p:spPr>
        <p:txBody>
          <a:bodyPr/>
          <a:lstStyle/>
          <a:p>
            <a:r>
              <a:rPr lang="pl-PL" altLang="en-US"/>
              <a:t>6. Analiza danych</a:t>
            </a:r>
          </a:p>
        </p:txBody>
      </p:sp>
      <p:sp>
        <p:nvSpPr>
          <p:cNvPr id="53252" name="pole tekstowe 10">
            <a:extLst>
              <a:ext uri="{FF2B5EF4-FFF2-40B4-BE49-F238E27FC236}">
                <a16:creationId xmlns:a16="http://schemas.microsoft.com/office/drawing/2014/main" id="{187A09EC-1D91-2329-DA0D-5ECA39FC440B}"/>
              </a:ext>
            </a:extLst>
          </p:cNvPr>
          <p:cNvSpPr txBox="1">
            <a:spLocks noChangeArrowheads="1"/>
          </p:cNvSpPr>
          <p:nvPr/>
        </p:nvSpPr>
        <p:spPr bwMode="auto">
          <a:xfrm>
            <a:off x="2451100" y="6450013"/>
            <a:ext cx="85312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287338">
              <a:tabLst>
                <a:tab pos="228600" algn="l"/>
                <a:tab pos="449263" algn="l"/>
              </a:tabLst>
              <a:defRPr sz="2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tabLst>
                <a:tab pos="228600" algn="l"/>
                <a:tab pos="449263" algn="l"/>
              </a:tabLst>
              <a:defRPr sz="2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tabLst>
                <a:tab pos="228600" algn="l"/>
                <a:tab pos="449263" algn="l"/>
              </a:tabLst>
              <a:defRPr sz="2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tabLst>
                <a:tab pos="228600" algn="l"/>
                <a:tab pos="449263" algn="l"/>
              </a:tabLst>
              <a:defRPr sz="2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tabLst>
                <a:tab pos="228600" algn="l"/>
                <a:tab pos="449263" algn="l"/>
              </a:tabLst>
              <a:defRPr sz="2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tabLst>
                <a:tab pos="228600" algn="l"/>
                <a:tab pos="449263" algn="l"/>
              </a:tabLst>
              <a:defRPr sz="2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tabLst>
                <a:tab pos="228600" algn="l"/>
                <a:tab pos="449263" algn="l"/>
              </a:tabLst>
              <a:defRPr sz="2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tabLst>
                <a:tab pos="228600" algn="l"/>
                <a:tab pos="449263" algn="l"/>
              </a:tabLst>
              <a:defRPr sz="2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tabLst>
                <a:tab pos="228600" algn="l"/>
                <a:tab pos="449263" algn="l"/>
              </a:tabLst>
              <a:defRPr sz="2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ctr">
              <a:spcAft>
                <a:spcPts val="1000"/>
              </a:spcAft>
            </a:pPr>
            <a:r>
              <a:rPr lang="pl-PL" altLang="en-US" sz="1800">
                <a:latin typeface="Times New Roman" panose="02020603050405020304" pitchFamily="18" charset="0"/>
                <a:ea typeface="Arial" panose="020B0604020202020204" pitchFamily="34" charset="0"/>
                <a:cs typeface="Times New Roman" panose="02020603050405020304" pitchFamily="18" charset="0"/>
              </a:rPr>
              <a:t>Rys. 6.3. Obliczone pozycje punktów na podstawie losowych danych</a:t>
            </a:r>
          </a:p>
        </p:txBody>
      </p:sp>
      <p:pic>
        <p:nvPicPr>
          <p:cNvPr id="53253" name="Obraz 5">
            <a:extLst>
              <a:ext uri="{FF2B5EF4-FFF2-40B4-BE49-F238E27FC236}">
                <a16:creationId xmlns:a16="http://schemas.microsoft.com/office/drawing/2014/main" id="{BD1FFFBD-A557-D040-E919-9F6A1C95CC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24325" y="2092325"/>
            <a:ext cx="5053013" cy="4357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ymbol zastępczy zawartości 2">
            <a:extLst>
              <a:ext uri="{FF2B5EF4-FFF2-40B4-BE49-F238E27FC236}">
                <a16:creationId xmlns:a16="http://schemas.microsoft.com/office/drawing/2014/main" id="{E3F0E2ED-2A8B-8008-2D58-A5C8DCB498E8}"/>
              </a:ext>
            </a:extLst>
          </p:cNvPr>
          <p:cNvSpPr>
            <a:spLocks noGrp="1"/>
          </p:cNvSpPr>
          <p:nvPr>
            <p:ph idx="1"/>
          </p:nvPr>
        </p:nvSpPr>
        <p:spPr>
          <a:xfrm>
            <a:off x="923925" y="2011363"/>
            <a:ext cx="7016750" cy="4794250"/>
          </a:xfrm>
        </p:spPr>
        <p:txBody>
          <a:bodyPr/>
          <a:lstStyle/>
          <a:p>
            <a:pPr algn="just">
              <a:defRPr/>
            </a:pPr>
            <a:r>
              <a:rPr lang="pl-PL"/>
              <a:t>Podczas pierwszego złożenia i podstawowych testów napotkano na kilka problemów wymagających poprawy:</a:t>
            </a:r>
          </a:p>
          <a:p>
            <a:pPr marL="285750" indent="-285750" algn="just">
              <a:buFontTx/>
              <a:buChar char="-"/>
              <a:defRPr/>
            </a:pPr>
            <a:r>
              <a:rPr lang="pl-PL" sz="1800">
                <a:ea typeface="Arial" panose="020B0604020202020204" pitchFamily="34" charset="0"/>
              </a:rPr>
              <a:t>Jedna z przekładek stelaża wchodziła w kolizję z dławikami </a:t>
            </a:r>
            <a:r>
              <a:rPr lang="pl-PL" sz="1800" err="1">
                <a:ea typeface="Arial" panose="020B0604020202020204" pitchFamily="34" charset="0"/>
              </a:rPr>
              <a:t>WetLink</a:t>
            </a:r>
            <a:r>
              <a:rPr lang="pl-PL" sz="1800">
                <a:ea typeface="Arial" panose="020B0604020202020204" pitchFamily="34" charset="0"/>
              </a:rPr>
              <a:t>, postanowiono ją tymczasowo usunąć na czas testów terenowych.</a:t>
            </a:r>
          </a:p>
          <a:p>
            <a:pPr marL="342900" indent="-342900" algn="just">
              <a:buFontTx/>
              <a:buChar char="-"/>
              <a:defRPr/>
            </a:pPr>
            <a:r>
              <a:rPr lang="pl-PL" sz="1800">
                <a:ea typeface="Arial" panose="020B0604020202020204" pitchFamily="34" charset="0"/>
              </a:rPr>
              <a:t>W trakcie testów elektroniki zaobserwowano, że mikrokontroler generuje znaczne ilości ciepła ze względu na bardzo duże obciążenie. Na mikrokontroler dodano wentylator aby wymusić obieg powietrza oraz dodano radiator na pokrywę cylindra wodoszczelnego aby poprawić wymianę ciepła z otoczeniem.</a:t>
            </a:r>
          </a:p>
          <a:p>
            <a:pPr marL="342900" indent="-342900" algn="just">
              <a:buFontTx/>
              <a:buChar char="-"/>
              <a:defRPr/>
            </a:pPr>
            <a:r>
              <a:rPr lang="pl-PL" sz="1800">
                <a:ea typeface="Arial" panose="020B0604020202020204" pitchFamily="34" charset="0"/>
              </a:rPr>
              <a:t>Podczas testów zasilania z baterii zauważono, że przewody zasilające mikrokontrolery znacząco się nagrzewają i występują na nich zauważalne spadki napięć. Wymiana przewodów na grubsze rozwiązała problem.</a:t>
            </a:r>
            <a:endParaRPr lang="pl-PL"/>
          </a:p>
        </p:txBody>
      </p:sp>
      <p:sp>
        <p:nvSpPr>
          <p:cNvPr id="55299" name="Tytuł 1">
            <a:extLst>
              <a:ext uri="{FF2B5EF4-FFF2-40B4-BE49-F238E27FC236}">
                <a16:creationId xmlns:a16="http://schemas.microsoft.com/office/drawing/2014/main" id="{0C6182CA-A9CC-64E2-8A5D-C4BBD608E721}"/>
              </a:ext>
            </a:extLst>
          </p:cNvPr>
          <p:cNvSpPr>
            <a:spLocks noGrp="1"/>
          </p:cNvSpPr>
          <p:nvPr>
            <p:ph type="title"/>
          </p:nvPr>
        </p:nvSpPr>
        <p:spPr>
          <a:xfrm>
            <a:off x="1963738" y="401638"/>
            <a:ext cx="10545762" cy="1460500"/>
          </a:xfrm>
        </p:spPr>
        <p:txBody>
          <a:bodyPr/>
          <a:lstStyle/>
          <a:p>
            <a:r>
              <a:rPr lang="pl-PL" altLang="en-US"/>
              <a:t>7. Złożenie urządzenia</a:t>
            </a:r>
          </a:p>
        </p:txBody>
      </p:sp>
      <p:sp>
        <p:nvSpPr>
          <p:cNvPr id="55300" name="pole tekstowe 10">
            <a:extLst>
              <a:ext uri="{FF2B5EF4-FFF2-40B4-BE49-F238E27FC236}">
                <a16:creationId xmlns:a16="http://schemas.microsoft.com/office/drawing/2014/main" id="{40E08C0D-C520-E325-FCB7-2156DE28A27E}"/>
              </a:ext>
            </a:extLst>
          </p:cNvPr>
          <p:cNvSpPr txBox="1">
            <a:spLocks noChangeArrowheads="1"/>
          </p:cNvSpPr>
          <p:nvPr/>
        </p:nvSpPr>
        <p:spPr bwMode="auto">
          <a:xfrm>
            <a:off x="8012113" y="6435725"/>
            <a:ext cx="4826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287338">
              <a:tabLst>
                <a:tab pos="228600" algn="l"/>
                <a:tab pos="449263" algn="l"/>
              </a:tabLst>
              <a:defRPr sz="2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tabLst>
                <a:tab pos="228600" algn="l"/>
                <a:tab pos="449263" algn="l"/>
              </a:tabLst>
              <a:defRPr sz="2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tabLst>
                <a:tab pos="228600" algn="l"/>
                <a:tab pos="449263" algn="l"/>
              </a:tabLst>
              <a:defRPr sz="2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tabLst>
                <a:tab pos="228600" algn="l"/>
                <a:tab pos="449263" algn="l"/>
              </a:tabLst>
              <a:defRPr sz="2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tabLst>
                <a:tab pos="228600" algn="l"/>
                <a:tab pos="449263" algn="l"/>
              </a:tabLst>
              <a:defRPr sz="2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tabLst>
                <a:tab pos="228600" algn="l"/>
                <a:tab pos="449263" algn="l"/>
              </a:tabLst>
              <a:defRPr sz="2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tabLst>
                <a:tab pos="228600" algn="l"/>
                <a:tab pos="449263" algn="l"/>
              </a:tabLst>
              <a:defRPr sz="2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tabLst>
                <a:tab pos="228600" algn="l"/>
                <a:tab pos="449263" algn="l"/>
              </a:tabLst>
              <a:defRPr sz="2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tabLst>
                <a:tab pos="228600" algn="l"/>
                <a:tab pos="449263" algn="l"/>
              </a:tabLst>
              <a:defRPr sz="2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ctr">
              <a:spcAft>
                <a:spcPts val="1000"/>
              </a:spcAft>
            </a:pPr>
            <a:r>
              <a:rPr lang="pl-PL" altLang="en-US" sz="1800">
                <a:latin typeface="Times New Roman" panose="02020603050405020304" pitchFamily="18" charset="0"/>
                <a:ea typeface="Arial" panose="020B0604020202020204" pitchFamily="34" charset="0"/>
                <a:cs typeface="Times New Roman" panose="02020603050405020304" pitchFamily="18" charset="0"/>
              </a:rPr>
              <a:t>Rys. 7.1. Urządzenie złożone po raz pierwszy</a:t>
            </a:r>
          </a:p>
        </p:txBody>
      </p:sp>
      <p:pic>
        <p:nvPicPr>
          <p:cNvPr id="55301" name="Obraz 6">
            <a:extLst>
              <a:ext uri="{FF2B5EF4-FFF2-40B4-BE49-F238E27FC236}">
                <a16:creationId xmlns:a16="http://schemas.microsoft.com/office/drawing/2014/main" id="{DFCC45C8-C0B1-4343-E636-28946A9FCA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5677" r="23164"/>
          <a:stretch>
            <a:fillRect/>
          </a:stretch>
        </p:blipFill>
        <p:spPr bwMode="auto">
          <a:xfrm>
            <a:off x="8012113" y="1997075"/>
            <a:ext cx="4826000" cy="443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ymbol zastępczy zawartości 2">
            <a:extLst>
              <a:ext uri="{FF2B5EF4-FFF2-40B4-BE49-F238E27FC236}">
                <a16:creationId xmlns:a16="http://schemas.microsoft.com/office/drawing/2014/main" id="{CD8CB506-6E2A-9390-D192-77C6527CC18D}"/>
              </a:ext>
            </a:extLst>
          </p:cNvPr>
          <p:cNvSpPr>
            <a:spLocks noGrp="1"/>
          </p:cNvSpPr>
          <p:nvPr>
            <p:ph idx="1"/>
          </p:nvPr>
        </p:nvSpPr>
        <p:spPr>
          <a:xfrm>
            <a:off x="923925" y="2011363"/>
            <a:ext cx="6729413" cy="4794250"/>
          </a:xfrm>
        </p:spPr>
        <p:txBody>
          <a:bodyPr/>
          <a:lstStyle/>
          <a:p>
            <a:pPr algn="just"/>
            <a:r>
              <a:rPr lang="pl-PL" altLang="en-US"/>
              <a:t>Po raz pierwszy urządzenie zostało przetestowane na zbiorniku wodnym w Jaworznie. Podczas próby pobrania plików z danymi pomiarowymi wykryto krytyczną wadę w oprogramowaniu zbierającym dane. Projekt zakładał, że pomiary będą gromadzone do pliku z nazwą o strukturze dane_data_godzina.cvs jednak nie wzięto pod uwagę, że funkcja użyta do pobrania daty i godziny wymaga połączenia z Internetem. W związku z tym przeoczeniem, podczas testów terenowych, gdzie urządzenie nie miało dostępu do Internetu, program nie był w stanie pobrać wymaganych informacji, a co za tym idzie, utworzyć pliku. Nie zebrano więc żadnych danych pomiarowych do obróbki.</a:t>
            </a:r>
          </a:p>
          <a:p>
            <a:pPr algn="just"/>
            <a:endParaRPr lang="pl-PL" altLang="en-US"/>
          </a:p>
        </p:txBody>
      </p:sp>
      <p:sp>
        <p:nvSpPr>
          <p:cNvPr id="57347" name="Tytuł 1">
            <a:extLst>
              <a:ext uri="{FF2B5EF4-FFF2-40B4-BE49-F238E27FC236}">
                <a16:creationId xmlns:a16="http://schemas.microsoft.com/office/drawing/2014/main" id="{5B9AF168-C0A5-A5EF-3AB1-4B307201BC28}"/>
              </a:ext>
            </a:extLst>
          </p:cNvPr>
          <p:cNvSpPr>
            <a:spLocks noGrp="1"/>
          </p:cNvSpPr>
          <p:nvPr>
            <p:ph type="title"/>
          </p:nvPr>
        </p:nvSpPr>
        <p:spPr>
          <a:xfrm>
            <a:off x="1963738" y="401638"/>
            <a:ext cx="10545762" cy="1460500"/>
          </a:xfrm>
        </p:spPr>
        <p:txBody>
          <a:bodyPr/>
          <a:lstStyle/>
          <a:p>
            <a:r>
              <a:rPr lang="pl-PL" altLang="en-US"/>
              <a:t>8. Testy</a:t>
            </a:r>
          </a:p>
        </p:txBody>
      </p:sp>
      <p:sp>
        <p:nvSpPr>
          <p:cNvPr id="57348" name="pole tekstowe 10">
            <a:extLst>
              <a:ext uri="{FF2B5EF4-FFF2-40B4-BE49-F238E27FC236}">
                <a16:creationId xmlns:a16="http://schemas.microsoft.com/office/drawing/2014/main" id="{5771E9F7-BE7D-916C-399D-B91DB2C5AD31}"/>
              </a:ext>
            </a:extLst>
          </p:cNvPr>
          <p:cNvSpPr txBox="1">
            <a:spLocks noChangeArrowheads="1"/>
          </p:cNvSpPr>
          <p:nvPr/>
        </p:nvSpPr>
        <p:spPr bwMode="auto">
          <a:xfrm>
            <a:off x="7940675" y="5322888"/>
            <a:ext cx="5094288"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287338">
              <a:tabLst>
                <a:tab pos="228600" algn="l"/>
                <a:tab pos="449263" algn="l"/>
              </a:tabLst>
              <a:defRPr sz="2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tabLst>
                <a:tab pos="228600" algn="l"/>
                <a:tab pos="449263" algn="l"/>
              </a:tabLst>
              <a:defRPr sz="2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tabLst>
                <a:tab pos="228600" algn="l"/>
                <a:tab pos="449263" algn="l"/>
              </a:tabLst>
              <a:defRPr sz="2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tabLst>
                <a:tab pos="228600" algn="l"/>
                <a:tab pos="449263" algn="l"/>
              </a:tabLst>
              <a:defRPr sz="2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tabLst>
                <a:tab pos="228600" algn="l"/>
                <a:tab pos="449263" algn="l"/>
              </a:tabLst>
              <a:defRPr sz="2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tabLst>
                <a:tab pos="228600" algn="l"/>
                <a:tab pos="449263" algn="l"/>
              </a:tabLst>
              <a:defRPr sz="2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tabLst>
                <a:tab pos="228600" algn="l"/>
                <a:tab pos="449263" algn="l"/>
              </a:tabLst>
              <a:defRPr sz="2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tabLst>
                <a:tab pos="228600" algn="l"/>
                <a:tab pos="449263" algn="l"/>
              </a:tabLst>
              <a:defRPr sz="2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tabLst>
                <a:tab pos="228600" algn="l"/>
                <a:tab pos="449263" algn="l"/>
              </a:tabLst>
              <a:defRPr sz="2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ctr">
              <a:spcAft>
                <a:spcPts val="1000"/>
              </a:spcAft>
            </a:pPr>
            <a:r>
              <a:rPr lang="pl-PL" altLang="en-US" sz="1800">
                <a:latin typeface="Times New Roman" panose="02020603050405020304" pitchFamily="18" charset="0"/>
                <a:ea typeface="Arial" panose="020B0604020202020204" pitchFamily="34" charset="0"/>
                <a:cs typeface="Times New Roman" panose="02020603050405020304" pitchFamily="18" charset="0"/>
              </a:rPr>
              <a:t>Rys. 8.1. Zbiornik wodny w Jaworznie gdzie przeprowadzono pierwszy test</a:t>
            </a:r>
          </a:p>
        </p:txBody>
      </p:sp>
      <p:pic>
        <p:nvPicPr>
          <p:cNvPr id="57349" name="Obraz 4">
            <a:extLst>
              <a:ext uri="{FF2B5EF4-FFF2-40B4-BE49-F238E27FC236}">
                <a16:creationId xmlns:a16="http://schemas.microsoft.com/office/drawing/2014/main" id="{C08BBC10-4F59-C329-EB9E-8711BE61C8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40675" y="2011363"/>
            <a:ext cx="5094288" cy="3306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ytuł 1">
            <a:extLst>
              <a:ext uri="{FF2B5EF4-FFF2-40B4-BE49-F238E27FC236}">
                <a16:creationId xmlns:a16="http://schemas.microsoft.com/office/drawing/2014/main" id="{14184315-FF91-6729-EBCE-09AC1B033DB5}"/>
              </a:ext>
            </a:extLst>
          </p:cNvPr>
          <p:cNvSpPr>
            <a:spLocks noGrp="1"/>
          </p:cNvSpPr>
          <p:nvPr>
            <p:ph type="title"/>
          </p:nvPr>
        </p:nvSpPr>
        <p:spPr>
          <a:xfrm>
            <a:off x="1965325" y="401638"/>
            <a:ext cx="10544175" cy="1460500"/>
          </a:xfrm>
        </p:spPr>
        <p:txBody>
          <a:bodyPr/>
          <a:lstStyle/>
          <a:p>
            <a:r>
              <a:rPr lang="pl-PL" altLang="en-US"/>
              <a:t>8. Testy</a:t>
            </a:r>
          </a:p>
        </p:txBody>
      </p:sp>
      <p:sp>
        <p:nvSpPr>
          <p:cNvPr id="59395" name="Symbol zastępczy zawartości 2">
            <a:extLst>
              <a:ext uri="{FF2B5EF4-FFF2-40B4-BE49-F238E27FC236}">
                <a16:creationId xmlns:a16="http://schemas.microsoft.com/office/drawing/2014/main" id="{EF7C5BCF-DA1B-0F24-46C5-E4840C4B6C76}"/>
              </a:ext>
            </a:extLst>
          </p:cNvPr>
          <p:cNvSpPr>
            <a:spLocks noGrp="1"/>
          </p:cNvSpPr>
          <p:nvPr>
            <p:ph idx="1"/>
          </p:nvPr>
        </p:nvSpPr>
        <p:spPr/>
        <p:txBody>
          <a:bodyPr/>
          <a:lstStyle/>
          <a:p>
            <a:r>
              <a:rPr lang="pl-PL" altLang="en-US"/>
              <a:t>Mimo to udało się zebrać istotne informacje odnośnie ergonomii urządzenia. </a:t>
            </a:r>
          </a:p>
        </p:txBody>
      </p:sp>
      <p:graphicFrame>
        <p:nvGraphicFramePr>
          <p:cNvPr id="6" name="Tabela 5">
            <a:extLst>
              <a:ext uri="{FF2B5EF4-FFF2-40B4-BE49-F238E27FC236}">
                <a16:creationId xmlns:a16="http://schemas.microsoft.com/office/drawing/2014/main" id="{5DD9A0D8-9C2D-8654-BBBB-137EF74F2D3B}"/>
              </a:ext>
            </a:extLst>
          </p:cNvPr>
          <p:cNvGraphicFramePr>
            <a:graphicFrameLocks noGrp="1"/>
          </p:cNvGraphicFramePr>
          <p:nvPr/>
        </p:nvGraphicFramePr>
        <p:xfrm>
          <a:off x="906463" y="2482850"/>
          <a:ext cx="11585575" cy="4267200"/>
        </p:xfrm>
        <a:graphic>
          <a:graphicData uri="http://schemas.openxmlformats.org/drawingml/2006/table">
            <a:tbl>
              <a:tblPr firstRow="1" firstCol="1" bandRow="1">
                <a:tableStyleId>{2A488322-F2BA-4B5B-9748-0D474271808F}</a:tableStyleId>
              </a:tblPr>
              <a:tblGrid>
                <a:gridCol w="767118">
                  <a:extLst>
                    <a:ext uri="{9D8B030D-6E8A-4147-A177-3AD203B41FA5}">
                      <a16:colId xmlns:a16="http://schemas.microsoft.com/office/drawing/2014/main" val="20000"/>
                    </a:ext>
                  </a:extLst>
                </a:gridCol>
                <a:gridCol w="5409228">
                  <a:extLst>
                    <a:ext uri="{9D8B030D-6E8A-4147-A177-3AD203B41FA5}">
                      <a16:colId xmlns:a16="http://schemas.microsoft.com/office/drawing/2014/main" val="20001"/>
                    </a:ext>
                  </a:extLst>
                </a:gridCol>
                <a:gridCol w="5409228">
                  <a:extLst>
                    <a:ext uri="{9D8B030D-6E8A-4147-A177-3AD203B41FA5}">
                      <a16:colId xmlns:a16="http://schemas.microsoft.com/office/drawing/2014/main" val="20002"/>
                    </a:ext>
                  </a:extLst>
                </a:gridCol>
              </a:tblGrid>
              <a:tr h="0">
                <a:tc>
                  <a:txBody>
                    <a:bodyPr/>
                    <a:lstStyle/>
                    <a:p>
                      <a:pPr algn="just"/>
                      <a:r>
                        <a:rPr lang="pl-PL" sz="2000">
                          <a:effectLst/>
                        </a:rPr>
                        <a:t>Lp.</a:t>
                      </a:r>
                      <a:endParaRPr lang="pl-PL" sz="200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tc>
                <a:tc>
                  <a:txBody>
                    <a:bodyPr/>
                    <a:lstStyle/>
                    <a:p>
                      <a:pPr algn="just"/>
                      <a:r>
                        <a:rPr lang="pl-PL" sz="2000">
                          <a:effectLst/>
                        </a:rPr>
                        <a:t>Uwaga</a:t>
                      </a:r>
                      <a:endParaRPr lang="pl-PL" sz="200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tc>
                <a:tc>
                  <a:txBody>
                    <a:bodyPr/>
                    <a:lstStyle/>
                    <a:p>
                      <a:pPr algn="just"/>
                      <a:r>
                        <a:rPr lang="pl-PL" sz="2000">
                          <a:effectLst/>
                        </a:rPr>
                        <a:t>Zaadresowanie uwag</a:t>
                      </a:r>
                      <a:endParaRPr lang="pl-PL" sz="200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0">
                <a:tc>
                  <a:txBody>
                    <a:bodyPr/>
                    <a:lstStyle/>
                    <a:p>
                      <a:pPr algn="just"/>
                      <a:r>
                        <a:rPr lang="pl-PL" sz="2000">
                          <a:effectLst/>
                        </a:rPr>
                        <a:t>1</a:t>
                      </a:r>
                      <a:endParaRPr lang="pl-PL" sz="200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tc>
                <a:tc>
                  <a:txBody>
                    <a:bodyPr/>
                    <a:lstStyle/>
                    <a:p>
                      <a:pPr algn="just"/>
                      <a:r>
                        <a:rPr lang="pl-PL" sz="2000">
                          <a:effectLst/>
                        </a:rPr>
                        <a:t>Problem z poprawnym umiejscowieniem magnesu</a:t>
                      </a:r>
                      <a:endParaRPr lang="pl-PL" sz="200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tc>
                <a:tc>
                  <a:txBody>
                    <a:bodyPr/>
                    <a:lstStyle/>
                    <a:p>
                      <a:pPr algn="just"/>
                      <a:r>
                        <a:rPr lang="pl-PL" sz="2000">
                          <a:effectLst/>
                        </a:rPr>
                        <a:t>Zaprojektowano i wykonano w druku 3D uchwyt pozycjonujący magnes</a:t>
                      </a:r>
                      <a:endParaRPr lang="pl-PL" sz="200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0">
                <a:tc>
                  <a:txBody>
                    <a:bodyPr/>
                    <a:lstStyle/>
                    <a:p>
                      <a:pPr algn="just"/>
                      <a:r>
                        <a:rPr lang="pl-PL" sz="2000">
                          <a:effectLst/>
                        </a:rPr>
                        <a:t>2</a:t>
                      </a:r>
                      <a:endParaRPr lang="pl-PL" sz="200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tc>
                <a:tc>
                  <a:txBody>
                    <a:bodyPr/>
                    <a:lstStyle/>
                    <a:p>
                      <a:pPr algn="just"/>
                      <a:r>
                        <a:rPr lang="pl-PL" sz="2000">
                          <a:effectLst/>
                        </a:rPr>
                        <a:t>Magnes odpada od urządzenia</a:t>
                      </a:r>
                      <a:endParaRPr lang="pl-PL" sz="200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tc>
                <a:tc>
                  <a:txBody>
                    <a:bodyPr/>
                    <a:lstStyle/>
                    <a:p>
                      <a:pPr algn="just"/>
                      <a:r>
                        <a:rPr lang="pl-PL" sz="2000">
                          <a:effectLst/>
                        </a:rPr>
                        <a:t>Dodano drugi magnes aby zwiększyć siłę przyciągania. Dodano metalowe elementy do których ma się przyciągać magnes.</a:t>
                      </a:r>
                      <a:endParaRPr lang="pl-PL" sz="200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r h="0">
                <a:tc>
                  <a:txBody>
                    <a:bodyPr/>
                    <a:lstStyle/>
                    <a:p>
                      <a:pPr algn="just"/>
                      <a:r>
                        <a:rPr lang="pl-PL" sz="2000">
                          <a:effectLst/>
                        </a:rPr>
                        <a:t>3</a:t>
                      </a:r>
                      <a:endParaRPr lang="pl-PL" sz="200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tc>
                <a:tc>
                  <a:txBody>
                    <a:bodyPr/>
                    <a:lstStyle/>
                    <a:p>
                      <a:pPr algn="just"/>
                      <a:r>
                        <a:rPr lang="pl-PL" sz="2000">
                          <a:effectLst/>
                        </a:rPr>
                        <a:t>Zbyt długie przewody utrudniają użytkowanie</a:t>
                      </a:r>
                      <a:endParaRPr lang="pl-PL" sz="200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tc>
                <a:tc>
                  <a:txBody>
                    <a:bodyPr/>
                    <a:lstStyle/>
                    <a:p>
                      <a:pPr algn="just"/>
                      <a:r>
                        <a:rPr lang="pl-PL" sz="2000">
                          <a:effectLst/>
                        </a:rPr>
                        <a:t>Przewody pozostawiono aby w razie konieczności móc łatwo zmodyfikować połączenia elektryczne. Zostaną skrócone po dopracowaniu prototypu.</a:t>
                      </a:r>
                      <a:endParaRPr lang="pl-PL" sz="200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3"/>
                  </a:ext>
                </a:extLst>
              </a:tr>
              <a:tr h="0">
                <a:tc>
                  <a:txBody>
                    <a:bodyPr/>
                    <a:lstStyle/>
                    <a:p>
                      <a:pPr algn="just"/>
                      <a:r>
                        <a:rPr lang="pl-PL" sz="2000">
                          <a:effectLst/>
                        </a:rPr>
                        <a:t>4</a:t>
                      </a:r>
                      <a:endParaRPr lang="pl-PL" sz="200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tc>
                <a:tc>
                  <a:txBody>
                    <a:bodyPr/>
                    <a:lstStyle/>
                    <a:p>
                      <a:pPr algn="just"/>
                      <a:r>
                        <a:rPr lang="pl-PL" sz="2000">
                          <a:effectLst/>
                        </a:rPr>
                        <a:t>Brak informacji o stanie pracy urządzenia</a:t>
                      </a:r>
                      <a:endParaRPr lang="pl-PL" sz="200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tc>
                <a:tc>
                  <a:txBody>
                    <a:bodyPr/>
                    <a:lstStyle/>
                    <a:p>
                      <a:pPr algn="just"/>
                      <a:r>
                        <a:rPr lang="pl-PL" sz="2000">
                          <a:effectLst/>
                        </a:rPr>
                        <a:t>Dodano dwie diody LED wskazujące zasilenie urządzenia i działanie programu.</a:t>
                      </a:r>
                      <a:endParaRPr lang="pl-PL" sz="200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4"/>
                  </a:ext>
                </a:extLst>
              </a:tr>
              <a:tr h="0">
                <a:tc>
                  <a:txBody>
                    <a:bodyPr/>
                    <a:lstStyle/>
                    <a:p>
                      <a:pPr algn="just"/>
                      <a:r>
                        <a:rPr lang="pl-PL" sz="2000">
                          <a:effectLst/>
                        </a:rPr>
                        <a:t>5</a:t>
                      </a:r>
                      <a:endParaRPr lang="pl-PL" sz="200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tc>
                <a:tc>
                  <a:txBody>
                    <a:bodyPr/>
                    <a:lstStyle/>
                    <a:p>
                      <a:pPr algn="just"/>
                      <a:r>
                        <a:rPr lang="pl-PL" sz="2000">
                          <a:effectLst/>
                        </a:rPr>
                        <a:t>Zbyt duża wyporność urządzenia</a:t>
                      </a:r>
                      <a:endParaRPr lang="pl-PL" sz="200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tc>
                <a:tc>
                  <a:txBody>
                    <a:bodyPr/>
                    <a:lstStyle/>
                    <a:p>
                      <a:pPr algn="just"/>
                      <a:r>
                        <a:rPr lang="pl-PL" sz="2000">
                          <a:effectLst/>
                        </a:rPr>
                        <a:t>Dodano balast. Zadbano by był łatwy do odczepienia w razie zalania urządzenia i utraty wyporności.</a:t>
                      </a:r>
                      <a:endParaRPr lang="pl-PL" sz="2000">
                        <a:effectLst/>
                        <a:latin typeface="Times New Roman" panose="02020603050405020304" pitchFamily="18" charset="0"/>
                        <a:ea typeface="Arial" panose="020B06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5"/>
                  </a:ext>
                </a:extLst>
              </a:tr>
            </a:tbl>
          </a:graphicData>
        </a:graphic>
      </p:graphicFrame>
    </p:spTree>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ytuł 1">
            <a:extLst>
              <a:ext uri="{FF2B5EF4-FFF2-40B4-BE49-F238E27FC236}">
                <a16:creationId xmlns:a16="http://schemas.microsoft.com/office/drawing/2014/main" id="{4AFAEE88-6CBB-F417-EFDD-5857DEF77B40}"/>
              </a:ext>
            </a:extLst>
          </p:cNvPr>
          <p:cNvSpPr>
            <a:spLocks noGrp="1"/>
          </p:cNvSpPr>
          <p:nvPr>
            <p:ph type="title"/>
          </p:nvPr>
        </p:nvSpPr>
        <p:spPr>
          <a:xfrm>
            <a:off x="1965325" y="401638"/>
            <a:ext cx="10544175" cy="1460500"/>
          </a:xfrm>
        </p:spPr>
        <p:txBody>
          <a:bodyPr/>
          <a:lstStyle/>
          <a:p>
            <a:r>
              <a:rPr lang="pl-PL" altLang="en-US"/>
              <a:t>8. Testy</a:t>
            </a:r>
          </a:p>
        </p:txBody>
      </p:sp>
      <p:sp>
        <p:nvSpPr>
          <p:cNvPr id="3" name="Symbol zastępczy zawartości 2">
            <a:extLst>
              <a:ext uri="{FF2B5EF4-FFF2-40B4-BE49-F238E27FC236}">
                <a16:creationId xmlns:a16="http://schemas.microsoft.com/office/drawing/2014/main" id="{3A6501DC-3EC2-18C3-D7C7-5527ACD8CADA}"/>
              </a:ext>
            </a:extLst>
          </p:cNvPr>
          <p:cNvSpPr>
            <a:spLocks noGrp="1"/>
          </p:cNvSpPr>
          <p:nvPr>
            <p:ph idx="1"/>
          </p:nvPr>
        </p:nvSpPr>
        <p:spPr/>
        <p:txBody>
          <a:bodyPr/>
          <a:lstStyle/>
          <a:p>
            <a:pPr algn="just">
              <a:defRPr/>
            </a:pPr>
            <a:r>
              <a:rPr lang="pl-PL"/>
              <a:t>Drugi test odbył się na zamkniętym basenie udostępnionym przez Basen AGH. Przetestowano trzy warianty użytkowania w wodzie o głębokości 1.8 [m] w narożniku basenu:</a:t>
            </a:r>
          </a:p>
          <a:p>
            <a:pPr marL="342900" indent="-342900" algn="just">
              <a:buFont typeface="Arial" panose="020B0604020202020204" pitchFamily="34" charset="0"/>
              <a:buChar char="•"/>
              <a:defRPr/>
            </a:pPr>
            <a:r>
              <a:rPr lang="pl-PL"/>
              <a:t>Skan z nieruchomym urządzeniem skierowanym w dno.</a:t>
            </a:r>
          </a:p>
          <a:p>
            <a:pPr marL="342900" indent="-342900" algn="just">
              <a:buFont typeface="Arial" panose="020B0604020202020204" pitchFamily="34" charset="0"/>
              <a:buChar char="•"/>
              <a:defRPr/>
            </a:pPr>
            <a:r>
              <a:rPr lang="pl-PL"/>
              <a:t>Skan z urządzeniem skierowanym na ścianę basenu. Przesunięcie o około 10 [cm] w przód i w prawo.</a:t>
            </a:r>
          </a:p>
          <a:p>
            <a:pPr marL="342900" indent="-342900" algn="just">
              <a:buFont typeface="Arial" panose="020B0604020202020204" pitchFamily="34" charset="0"/>
              <a:buChar char="•"/>
              <a:defRPr/>
            </a:pPr>
            <a:r>
              <a:rPr lang="pl-PL"/>
              <a:t>Skan ruchomy: Obrót w poziomie środek-lewo-prawo, około 120 [°] między skrajnymi położeniami. Obrót w stronę dna basenu.</a:t>
            </a:r>
          </a:p>
          <a:p>
            <a:pPr algn="just">
              <a:defRPr/>
            </a:pPr>
            <a:r>
              <a:rPr lang="pl-PL"/>
              <a:t>Podczas pomiarów zauważono problem z działaniem czujnika IMU. Cały stelaż a wraz z nim czujnik obracały się wewnątrz korpusu co skutkowało brakiem pokrycia układu współrzędnych IMU z układem współrzędnych urządzenia, co jest konieczne do dalszych obliczeń. W związku z tym dane z pomiarów ruchomych uznano za niezdatne do użytku.</a:t>
            </a:r>
          </a:p>
        </p:txBody>
      </p:sp>
    </p:spTree>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ytuł 1">
            <a:extLst>
              <a:ext uri="{FF2B5EF4-FFF2-40B4-BE49-F238E27FC236}">
                <a16:creationId xmlns:a16="http://schemas.microsoft.com/office/drawing/2014/main" id="{0F3B8D9D-72E7-76D0-2743-3857B2E8852C}"/>
              </a:ext>
            </a:extLst>
          </p:cNvPr>
          <p:cNvSpPr>
            <a:spLocks noGrp="1"/>
          </p:cNvSpPr>
          <p:nvPr>
            <p:ph type="title"/>
          </p:nvPr>
        </p:nvSpPr>
        <p:spPr>
          <a:xfrm>
            <a:off x="1965325" y="401638"/>
            <a:ext cx="10544175" cy="1460500"/>
          </a:xfrm>
        </p:spPr>
        <p:txBody>
          <a:bodyPr/>
          <a:lstStyle/>
          <a:p>
            <a:r>
              <a:rPr lang="pl-PL" altLang="en-US"/>
              <a:t>8. Testy</a:t>
            </a:r>
          </a:p>
        </p:txBody>
      </p:sp>
      <p:sp>
        <p:nvSpPr>
          <p:cNvPr id="63491" name="pole tekstowe 10">
            <a:extLst>
              <a:ext uri="{FF2B5EF4-FFF2-40B4-BE49-F238E27FC236}">
                <a16:creationId xmlns:a16="http://schemas.microsoft.com/office/drawing/2014/main" id="{B5891BAE-E2DD-F231-714E-E2A111CAEA63}"/>
              </a:ext>
            </a:extLst>
          </p:cNvPr>
          <p:cNvSpPr txBox="1">
            <a:spLocks noChangeArrowheads="1"/>
          </p:cNvSpPr>
          <p:nvPr/>
        </p:nvSpPr>
        <p:spPr bwMode="auto">
          <a:xfrm>
            <a:off x="-123825" y="5060950"/>
            <a:ext cx="635952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287338">
              <a:tabLst>
                <a:tab pos="228600" algn="l"/>
                <a:tab pos="449263" algn="l"/>
              </a:tabLst>
              <a:defRPr sz="2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tabLst>
                <a:tab pos="228600" algn="l"/>
                <a:tab pos="449263" algn="l"/>
              </a:tabLst>
              <a:defRPr sz="2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tabLst>
                <a:tab pos="228600" algn="l"/>
                <a:tab pos="449263" algn="l"/>
              </a:tabLst>
              <a:defRPr sz="2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tabLst>
                <a:tab pos="228600" algn="l"/>
                <a:tab pos="449263" algn="l"/>
              </a:tabLst>
              <a:defRPr sz="2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tabLst>
                <a:tab pos="228600" algn="l"/>
                <a:tab pos="449263" algn="l"/>
              </a:tabLst>
              <a:defRPr sz="2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tabLst>
                <a:tab pos="228600" algn="l"/>
                <a:tab pos="449263" algn="l"/>
              </a:tabLst>
              <a:defRPr sz="2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tabLst>
                <a:tab pos="228600" algn="l"/>
                <a:tab pos="449263" algn="l"/>
              </a:tabLst>
              <a:defRPr sz="2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tabLst>
                <a:tab pos="228600" algn="l"/>
                <a:tab pos="449263" algn="l"/>
              </a:tabLst>
              <a:defRPr sz="2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tabLst>
                <a:tab pos="228600" algn="l"/>
                <a:tab pos="449263" algn="l"/>
              </a:tabLst>
              <a:defRPr sz="2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ctr">
              <a:spcAft>
                <a:spcPts val="1000"/>
              </a:spcAft>
            </a:pPr>
            <a:r>
              <a:rPr lang="pl-PL" altLang="en-US" sz="1800">
                <a:latin typeface="Times New Roman" panose="02020603050405020304" pitchFamily="18" charset="0"/>
                <a:ea typeface="Arial" panose="020B0604020202020204" pitchFamily="34" charset="0"/>
                <a:cs typeface="Times New Roman" panose="02020603050405020304" pitchFamily="18" charset="0"/>
              </a:rPr>
              <a:t>Rys. 8.2. Wykres sygnałów przechwyconych z hydrofonów na przetwornik ADC</a:t>
            </a:r>
          </a:p>
        </p:txBody>
      </p:sp>
      <p:pic>
        <p:nvPicPr>
          <p:cNvPr id="63492" name="Obraz 8">
            <a:extLst>
              <a:ext uri="{FF2B5EF4-FFF2-40B4-BE49-F238E27FC236}">
                <a16:creationId xmlns:a16="http://schemas.microsoft.com/office/drawing/2014/main" id="{85C20F7F-9927-F059-7E93-FF2A9D60AD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4788" y="2011363"/>
            <a:ext cx="6154737" cy="290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3493" name="Symbol zastępczy zawartości 9">
            <a:extLst>
              <a:ext uri="{FF2B5EF4-FFF2-40B4-BE49-F238E27FC236}">
                <a16:creationId xmlns:a16="http://schemas.microsoft.com/office/drawing/2014/main" id="{2BC4F400-610D-E6F5-B699-B9E7AA4BDD76}"/>
              </a:ext>
            </a:extLst>
          </p:cNvPr>
          <p:cNvPicPr>
            <a:picLocks noGrp="1" noChangeArrowheads="1"/>
          </p:cNvPicPr>
          <p:nvPr>
            <p:ph idx="1"/>
          </p:nvPr>
        </p:nvPicPr>
        <p:blipFill>
          <a:blip r:embed="rId4">
            <a:extLst>
              <a:ext uri="{28A0092B-C50C-407E-A947-70E740481C1C}">
                <a14:useLocalDpi xmlns:a14="http://schemas.microsoft.com/office/drawing/2010/main" val="0"/>
              </a:ext>
            </a:extLst>
          </a:blip>
          <a:srcRect/>
          <a:stretch>
            <a:fillRect/>
          </a:stretch>
        </p:blipFill>
        <p:spPr>
          <a:xfrm>
            <a:off x="6958013" y="1120775"/>
            <a:ext cx="5922962" cy="5253038"/>
          </a:xfrm>
        </p:spPr>
      </p:pic>
      <p:sp>
        <p:nvSpPr>
          <p:cNvPr id="63494" name="pole tekstowe 11">
            <a:extLst>
              <a:ext uri="{FF2B5EF4-FFF2-40B4-BE49-F238E27FC236}">
                <a16:creationId xmlns:a16="http://schemas.microsoft.com/office/drawing/2014/main" id="{554D7F6F-BCA0-7F54-CB59-75CA15C0523D}"/>
              </a:ext>
            </a:extLst>
          </p:cNvPr>
          <p:cNvSpPr txBox="1">
            <a:spLocks noChangeArrowheads="1"/>
          </p:cNvSpPr>
          <p:nvPr/>
        </p:nvSpPr>
        <p:spPr bwMode="auto">
          <a:xfrm>
            <a:off x="6405563" y="6381750"/>
            <a:ext cx="702786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287338">
              <a:tabLst>
                <a:tab pos="228600" algn="l"/>
                <a:tab pos="449263" algn="l"/>
              </a:tabLst>
              <a:defRPr sz="2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tabLst>
                <a:tab pos="228600" algn="l"/>
                <a:tab pos="449263" algn="l"/>
              </a:tabLst>
              <a:defRPr sz="2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tabLst>
                <a:tab pos="228600" algn="l"/>
                <a:tab pos="449263" algn="l"/>
              </a:tabLst>
              <a:defRPr sz="2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tabLst>
                <a:tab pos="228600" algn="l"/>
                <a:tab pos="449263" algn="l"/>
              </a:tabLst>
              <a:defRPr sz="2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tabLst>
                <a:tab pos="228600" algn="l"/>
                <a:tab pos="449263" algn="l"/>
              </a:tabLst>
              <a:defRPr sz="2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tabLst>
                <a:tab pos="228600" algn="l"/>
                <a:tab pos="449263" algn="l"/>
              </a:tabLst>
              <a:defRPr sz="2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tabLst>
                <a:tab pos="228600" algn="l"/>
                <a:tab pos="449263" algn="l"/>
              </a:tabLst>
              <a:defRPr sz="2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tabLst>
                <a:tab pos="228600" algn="l"/>
                <a:tab pos="449263" algn="l"/>
              </a:tabLst>
              <a:defRPr sz="2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tabLst>
                <a:tab pos="228600" algn="l"/>
                <a:tab pos="449263" algn="l"/>
              </a:tabLst>
              <a:defRPr sz="2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algn="ctr">
              <a:spcAft>
                <a:spcPts val="1000"/>
              </a:spcAft>
            </a:pPr>
            <a:r>
              <a:rPr lang="pl-PL" altLang="en-US" sz="1800">
                <a:latin typeface="Times New Roman" panose="02020603050405020304" pitchFamily="18" charset="0"/>
                <a:ea typeface="Arial" panose="020B0604020202020204" pitchFamily="34" charset="0"/>
                <a:cs typeface="Times New Roman" panose="02020603050405020304" pitchFamily="18" charset="0"/>
              </a:rPr>
              <a:t>Rys. 8.3. Wykres wyznaczonych punktów bez uwzględnienia odczytów z IMU. Numery przy punktach to oznaczenia kolejnych próbek.</a:t>
            </a:r>
          </a:p>
        </p:txBody>
      </p:sp>
    </p:spTree>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Prostokąt 2">
            <a:hlinkClick r:id="rId3"/>
            <a:extLst>
              <a:ext uri="{FF2B5EF4-FFF2-40B4-BE49-F238E27FC236}">
                <a16:creationId xmlns:a16="http://schemas.microsoft.com/office/drawing/2014/main" id="{E9B44632-8047-A6B7-F2D9-BAF14FFC377A}"/>
              </a:ext>
            </a:extLst>
          </p:cNvPr>
          <p:cNvSpPr>
            <a:spLocks noChangeArrowheads="1"/>
          </p:cNvSpPr>
          <p:nvPr/>
        </p:nvSpPr>
        <p:spPr bwMode="auto">
          <a:xfrm>
            <a:off x="2468563" y="7018338"/>
            <a:ext cx="18002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round/>
                <a:headEnd/>
                <a:tailEnd/>
              </a14:hiddenLine>
            </a:ext>
          </a:extLst>
        </p:spPr>
        <p:txBody>
          <a:bodyPr lIns="45720" rIns="45720">
            <a:spAutoFit/>
          </a:bodyPr>
          <a:lstStyle>
            <a:lvl1pPr>
              <a:defRPr sz="2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2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2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2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2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a:endParaRPr lang="pl-PL" altLang="pl-PL"/>
          </a:p>
        </p:txBody>
      </p:sp>
      <p:sp>
        <p:nvSpPr>
          <p:cNvPr id="65539" name="Tytuł 1">
            <a:extLst>
              <a:ext uri="{FF2B5EF4-FFF2-40B4-BE49-F238E27FC236}">
                <a16:creationId xmlns:a16="http://schemas.microsoft.com/office/drawing/2014/main" id="{D482843F-F483-9A78-C1B1-39ECE9E48E84}"/>
              </a:ext>
            </a:extLst>
          </p:cNvPr>
          <p:cNvSpPr>
            <a:spLocks noGrp="1"/>
          </p:cNvSpPr>
          <p:nvPr>
            <p:ph type="title"/>
          </p:nvPr>
        </p:nvSpPr>
        <p:spPr>
          <a:xfrm>
            <a:off x="1963738" y="401638"/>
            <a:ext cx="10545762" cy="1460500"/>
          </a:xfrm>
        </p:spPr>
        <p:txBody>
          <a:bodyPr/>
          <a:lstStyle/>
          <a:p>
            <a:r>
              <a:rPr lang="pl-PL" altLang="en-US">
                <a:latin typeface="Times New Roman"/>
                <a:cs typeface="Times New Roman"/>
              </a:rPr>
              <a:t>9. Plany i wyzwania na przyszłość</a:t>
            </a:r>
            <a:endParaRPr lang="pl-PL" altLang="en-US"/>
          </a:p>
        </p:txBody>
      </p:sp>
      <p:sp>
        <p:nvSpPr>
          <p:cNvPr id="65540" name="Symbol zastępczy zawartości 2">
            <a:extLst>
              <a:ext uri="{FF2B5EF4-FFF2-40B4-BE49-F238E27FC236}">
                <a16:creationId xmlns:a16="http://schemas.microsoft.com/office/drawing/2014/main" id="{59FD324F-C946-F041-7BA2-94CD0FBC1043}"/>
              </a:ext>
            </a:extLst>
          </p:cNvPr>
          <p:cNvSpPr>
            <a:spLocks noGrp="1"/>
          </p:cNvSpPr>
          <p:nvPr>
            <p:ph idx="1"/>
          </p:nvPr>
        </p:nvSpPr>
        <p:spPr>
          <a:xfrm>
            <a:off x="923925" y="2011363"/>
            <a:ext cx="6224588" cy="4794250"/>
          </a:xfrm>
        </p:spPr>
        <p:txBody>
          <a:bodyPr/>
          <a:lstStyle/>
          <a:p>
            <a:pPr marL="342900" indent="-342900" algn="just">
              <a:spcBef>
                <a:spcPts val="600"/>
              </a:spcBef>
              <a:spcAft>
                <a:spcPts val="600"/>
              </a:spcAft>
              <a:buFont typeface="Symbol" panose="05050102010706020507" pitchFamily="18" charset="2"/>
              <a:buChar char=""/>
            </a:pPr>
            <a:r>
              <a:rPr lang="pl-PL" altLang="en-US" sz="1800">
                <a:ea typeface="Arial" panose="020B0604020202020204" pitchFamily="34" charset="0"/>
              </a:rPr>
              <a:t>Dodanie filtrów pasmowo przepustowych do wyjść z hydrofonów w celu filtracji szumu.</a:t>
            </a:r>
          </a:p>
          <a:p>
            <a:pPr marL="342900" indent="-342900" algn="just">
              <a:spcBef>
                <a:spcPts val="600"/>
              </a:spcBef>
              <a:spcAft>
                <a:spcPts val="600"/>
              </a:spcAft>
              <a:buFont typeface="Symbol" panose="05050102010706020507" pitchFamily="18" charset="2"/>
              <a:buChar char=""/>
            </a:pPr>
            <a:r>
              <a:rPr lang="pl-PL" altLang="en-US" sz="1800">
                <a:ea typeface="Arial" panose="020B0604020202020204" pitchFamily="34" charset="0"/>
              </a:rPr>
              <a:t>Przeprojektowanie stelaża, przeorganizowanie elektroniki i usunięcie nadmiaru przewodów.</a:t>
            </a:r>
          </a:p>
          <a:p>
            <a:pPr marL="342900" indent="-342900" algn="just">
              <a:spcBef>
                <a:spcPts val="600"/>
              </a:spcBef>
              <a:spcAft>
                <a:spcPts val="600"/>
              </a:spcAft>
              <a:buFont typeface="Symbol" panose="05050102010706020507" pitchFamily="18" charset="2"/>
              <a:buChar char=""/>
            </a:pPr>
            <a:r>
              <a:rPr lang="pl-PL" altLang="en-US" sz="1800">
                <a:ea typeface="Arial" panose="020B0604020202020204" pitchFamily="34" charset="0"/>
              </a:rPr>
              <a:t>Uproszczenie elektroniki przez zastosowanie płytek lutowniczych lub układów PCB zamiast płytek do prototypowania i przewodów z połączeniami goldpin.</a:t>
            </a:r>
          </a:p>
          <a:p>
            <a:pPr marL="342900" indent="-342900" algn="just">
              <a:spcBef>
                <a:spcPts val="600"/>
              </a:spcBef>
              <a:spcAft>
                <a:spcPts val="600"/>
              </a:spcAft>
              <a:buFont typeface="Symbol" panose="05050102010706020507" pitchFamily="18" charset="2"/>
              <a:buChar char=""/>
            </a:pPr>
            <a:r>
              <a:rPr lang="pl-PL" altLang="en-US" sz="1800">
                <a:ea typeface="Arial" panose="020B0604020202020204" pitchFamily="34" charset="0"/>
              </a:rPr>
              <a:t>Dodanie uprzęży dla nurka dla łatwiejszego transportu i aby zapobiec zgubieniu.</a:t>
            </a:r>
          </a:p>
          <a:p>
            <a:pPr marL="342900" indent="-342900" algn="just">
              <a:spcBef>
                <a:spcPts val="600"/>
              </a:spcBef>
              <a:spcAft>
                <a:spcPts val="600"/>
              </a:spcAft>
              <a:buFont typeface="Symbol" panose="05050102010706020507" pitchFamily="18" charset="2"/>
              <a:buChar char=""/>
            </a:pPr>
            <a:r>
              <a:rPr lang="pl-PL" altLang="en-US" sz="1800">
                <a:ea typeface="Arial" panose="020B0604020202020204" pitchFamily="34" charset="0"/>
              </a:rPr>
              <a:t>Zwiększenie wytrzymałości druków 3D przez zwiększenie wypełnienia lub dodanie osłon delikatnych elementów.</a:t>
            </a:r>
          </a:p>
          <a:p>
            <a:pPr marL="342900" indent="-342900" algn="just">
              <a:spcBef>
                <a:spcPts val="600"/>
              </a:spcBef>
              <a:spcAft>
                <a:spcPts val="600"/>
              </a:spcAft>
              <a:buFont typeface="Symbol" panose="05050102010706020507" pitchFamily="18" charset="2"/>
              <a:buChar char=""/>
            </a:pPr>
            <a:r>
              <a:rPr lang="pl-PL" altLang="en-US" sz="1800">
                <a:ea typeface="Arial" panose="020B0604020202020204" pitchFamily="34" charset="0"/>
              </a:rPr>
              <a:t>Połączenie stelaża z pokrywą zbiornika aby ułatwić montaż i demontaż oraz aby zapobiec obracaniu się czujnika IMU.</a:t>
            </a:r>
          </a:p>
          <a:p>
            <a:pPr marL="342900" indent="-342900" algn="just">
              <a:spcBef>
                <a:spcPts val="600"/>
              </a:spcBef>
              <a:spcAft>
                <a:spcPts val="600"/>
              </a:spcAft>
              <a:buFont typeface="Symbol" panose="05050102010706020507" pitchFamily="18" charset="2"/>
              <a:buChar char=""/>
            </a:pPr>
            <a:r>
              <a:rPr lang="pl-PL" altLang="en-US" sz="1800">
                <a:ea typeface="Arial" panose="020B0604020202020204" pitchFamily="34" charset="0"/>
              </a:rPr>
              <a:t>Dodanie żyroskopu w celu kompensacji przyspieszenia ziemskiego na IMU.</a:t>
            </a:r>
          </a:p>
        </p:txBody>
      </p:sp>
      <p:sp>
        <p:nvSpPr>
          <p:cNvPr id="65541" name="Rectangle 3">
            <a:extLst>
              <a:ext uri="{FF2B5EF4-FFF2-40B4-BE49-F238E27FC236}">
                <a16:creationId xmlns:a16="http://schemas.microsoft.com/office/drawing/2014/main" id="{479C3D44-2842-B3AE-5607-3721B04FC6ED}"/>
              </a:ext>
            </a:extLst>
          </p:cNvPr>
          <p:cNvSpPr>
            <a:spLocks noChangeArrowheads="1"/>
          </p:cNvSpPr>
          <p:nvPr/>
        </p:nvSpPr>
        <p:spPr bwMode="auto">
          <a:xfrm>
            <a:off x="8012113" y="5891213"/>
            <a:ext cx="408940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marL="250825" indent="-250825">
              <a:lnSpc>
                <a:spcPct val="90000"/>
              </a:lnSpc>
              <a:spcBef>
                <a:spcPts val="1100"/>
              </a:spcBef>
              <a:buFont typeface="Arial" panose="020B0604020202020204" pitchFamily="34" charset="0"/>
              <a:buChar char="•"/>
              <a:tabLst>
                <a:tab pos="228600" algn="l"/>
                <a:tab pos="449263" algn="l"/>
              </a:tabLst>
              <a:defRPr sz="3000">
                <a:solidFill>
                  <a:schemeClr val="tx1"/>
                </a:solidFill>
                <a:latin typeface="Calibri" panose="020F0502020204030204" pitchFamily="34" charset="0"/>
              </a:defRPr>
            </a:lvl1pPr>
            <a:lvl2pPr marL="754063" indent="-250825">
              <a:lnSpc>
                <a:spcPct val="90000"/>
              </a:lnSpc>
              <a:spcBef>
                <a:spcPts val="550"/>
              </a:spcBef>
              <a:buFont typeface="Arial" panose="020B0604020202020204" pitchFamily="34" charset="0"/>
              <a:buChar char="•"/>
              <a:tabLst>
                <a:tab pos="228600" algn="l"/>
                <a:tab pos="449263" algn="l"/>
              </a:tabLst>
              <a:defRPr sz="2600">
                <a:solidFill>
                  <a:schemeClr val="tx1"/>
                </a:solidFill>
                <a:latin typeface="Calibri" panose="020F0502020204030204" pitchFamily="34" charset="0"/>
              </a:defRPr>
            </a:lvl2pPr>
            <a:lvl3pPr marL="1258888" indent="-250825">
              <a:lnSpc>
                <a:spcPct val="90000"/>
              </a:lnSpc>
              <a:spcBef>
                <a:spcPts val="550"/>
              </a:spcBef>
              <a:buFont typeface="Arial" panose="020B0604020202020204" pitchFamily="34" charset="0"/>
              <a:buChar char="•"/>
              <a:tabLst>
                <a:tab pos="228600" algn="l"/>
                <a:tab pos="449263" algn="l"/>
              </a:tabLst>
              <a:defRPr sz="2200">
                <a:solidFill>
                  <a:schemeClr val="tx1"/>
                </a:solidFill>
                <a:latin typeface="Calibri" panose="020F0502020204030204" pitchFamily="34" charset="0"/>
              </a:defRPr>
            </a:lvl3pPr>
            <a:lvl4pPr marL="288925">
              <a:lnSpc>
                <a:spcPct val="90000"/>
              </a:lnSpc>
              <a:spcBef>
                <a:spcPts val="550"/>
              </a:spcBef>
              <a:buFont typeface="Arial" panose="020B0604020202020204" pitchFamily="34" charset="0"/>
              <a:buChar char="•"/>
              <a:tabLst>
                <a:tab pos="228600" algn="l"/>
                <a:tab pos="449263" algn="l"/>
              </a:tabLst>
              <a:defRPr sz="1900">
                <a:solidFill>
                  <a:schemeClr val="tx1"/>
                </a:solidFill>
                <a:latin typeface="Calibri" panose="020F0502020204030204" pitchFamily="34" charset="0"/>
              </a:defRPr>
            </a:lvl4pPr>
            <a:lvl5pPr marL="2265363" indent="-250825">
              <a:lnSpc>
                <a:spcPct val="90000"/>
              </a:lnSpc>
              <a:spcBef>
                <a:spcPts val="550"/>
              </a:spcBef>
              <a:buFont typeface="Arial" panose="020B0604020202020204" pitchFamily="34" charset="0"/>
              <a:buChar char="•"/>
              <a:tabLst>
                <a:tab pos="228600" algn="l"/>
                <a:tab pos="449263" algn="l"/>
              </a:tabLst>
              <a:defRPr sz="1900">
                <a:solidFill>
                  <a:schemeClr val="tx1"/>
                </a:solidFill>
                <a:latin typeface="Calibri" panose="020F0502020204030204" pitchFamily="34" charset="0"/>
              </a:defRPr>
            </a:lvl5pPr>
            <a:lvl6pPr marL="2722563" indent="-250825" eaLnBrk="0" fontAlgn="base" hangingPunct="0">
              <a:lnSpc>
                <a:spcPct val="90000"/>
              </a:lnSpc>
              <a:spcBef>
                <a:spcPts val="550"/>
              </a:spcBef>
              <a:spcAft>
                <a:spcPct val="0"/>
              </a:spcAft>
              <a:buFont typeface="Arial" panose="020B0604020202020204" pitchFamily="34" charset="0"/>
              <a:buChar char="•"/>
              <a:tabLst>
                <a:tab pos="228600" algn="l"/>
                <a:tab pos="449263" algn="l"/>
              </a:tabLst>
              <a:defRPr sz="1900">
                <a:solidFill>
                  <a:schemeClr val="tx1"/>
                </a:solidFill>
                <a:latin typeface="Calibri" panose="020F0502020204030204" pitchFamily="34" charset="0"/>
              </a:defRPr>
            </a:lvl6pPr>
            <a:lvl7pPr marL="3179763" indent="-250825" eaLnBrk="0" fontAlgn="base" hangingPunct="0">
              <a:lnSpc>
                <a:spcPct val="90000"/>
              </a:lnSpc>
              <a:spcBef>
                <a:spcPts val="550"/>
              </a:spcBef>
              <a:spcAft>
                <a:spcPct val="0"/>
              </a:spcAft>
              <a:buFont typeface="Arial" panose="020B0604020202020204" pitchFamily="34" charset="0"/>
              <a:buChar char="•"/>
              <a:tabLst>
                <a:tab pos="228600" algn="l"/>
                <a:tab pos="449263" algn="l"/>
              </a:tabLst>
              <a:defRPr sz="1900">
                <a:solidFill>
                  <a:schemeClr val="tx1"/>
                </a:solidFill>
                <a:latin typeface="Calibri" panose="020F0502020204030204" pitchFamily="34" charset="0"/>
              </a:defRPr>
            </a:lvl7pPr>
            <a:lvl8pPr marL="3636963" indent="-250825" eaLnBrk="0" fontAlgn="base" hangingPunct="0">
              <a:lnSpc>
                <a:spcPct val="90000"/>
              </a:lnSpc>
              <a:spcBef>
                <a:spcPts val="550"/>
              </a:spcBef>
              <a:spcAft>
                <a:spcPct val="0"/>
              </a:spcAft>
              <a:buFont typeface="Arial" panose="020B0604020202020204" pitchFamily="34" charset="0"/>
              <a:buChar char="•"/>
              <a:tabLst>
                <a:tab pos="228600" algn="l"/>
                <a:tab pos="449263" algn="l"/>
              </a:tabLst>
              <a:defRPr sz="1900">
                <a:solidFill>
                  <a:schemeClr val="tx1"/>
                </a:solidFill>
                <a:latin typeface="Calibri" panose="020F0502020204030204" pitchFamily="34" charset="0"/>
              </a:defRPr>
            </a:lvl8pPr>
            <a:lvl9pPr marL="4094163" indent="-250825" eaLnBrk="0" fontAlgn="base" hangingPunct="0">
              <a:lnSpc>
                <a:spcPct val="90000"/>
              </a:lnSpc>
              <a:spcBef>
                <a:spcPts val="550"/>
              </a:spcBef>
              <a:spcAft>
                <a:spcPct val="0"/>
              </a:spcAft>
              <a:buFont typeface="Arial" panose="020B0604020202020204" pitchFamily="34" charset="0"/>
              <a:buChar char="•"/>
              <a:tabLst>
                <a:tab pos="228600" algn="l"/>
                <a:tab pos="449263" algn="l"/>
              </a:tabLst>
              <a:defRPr sz="1900">
                <a:solidFill>
                  <a:schemeClr val="tx1"/>
                </a:solidFill>
                <a:latin typeface="Calibri" panose="020F0502020204030204" pitchFamily="34" charset="0"/>
              </a:defRPr>
            </a:lvl9pPr>
          </a:lstStyle>
          <a:p>
            <a:pPr lvl="3" algn="ctr">
              <a:lnSpc>
                <a:spcPct val="100000"/>
              </a:lnSpc>
              <a:spcBef>
                <a:spcPct val="0"/>
              </a:spcBef>
              <a:buFontTx/>
              <a:buNone/>
            </a:pPr>
            <a:r>
              <a:rPr lang="pl-PL" altLang="pl-PL" sz="1600">
                <a:latin typeface="Times New Roman" panose="02020603050405020304" pitchFamily="18" charset="0"/>
                <a:cs typeface="Times New Roman" panose="02020603050405020304" pitchFamily="18" charset="0"/>
              </a:rPr>
              <a:t>Rys. 9.1. </a:t>
            </a:r>
            <a:r>
              <a:rPr lang="pl-PL" altLang="en-US" sz="1800">
                <a:latin typeface="Times New Roman" panose="02020603050405020304" pitchFamily="18" charset="0"/>
              </a:rPr>
              <a:t>Urządzenie podczas montarzu.</a:t>
            </a:r>
            <a:endParaRPr lang="pl-PL" altLang="pl-PL" sz="1600">
              <a:latin typeface="Times New Roman" panose="02020603050405020304" pitchFamily="18" charset="0"/>
              <a:cs typeface="Times New Roman" panose="02020603050405020304" pitchFamily="18" charset="0"/>
            </a:endParaRPr>
          </a:p>
        </p:txBody>
      </p:sp>
      <p:pic>
        <p:nvPicPr>
          <p:cNvPr id="65542" name="Obraz 8">
            <a:extLst>
              <a:ext uri="{FF2B5EF4-FFF2-40B4-BE49-F238E27FC236}">
                <a16:creationId xmlns:a16="http://schemas.microsoft.com/office/drawing/2014/main" id="{37D34601-431A-FA76-CF7E-D0B32E37447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64413" y="1941513"/>
            <a:ext cx="5240337" cy="3930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86F1B-2805-6CA4-D293-9A263ADEC7AF}"/>
              </a:ext>
            </a:extLst>
          </p:cNvPr>
          <p:cNvSpPr>
            <a:spLocks noGrp="1"/>
          </p:cNvSpPr>
          <p:nvPr>
            <p:ph type="title"/>
          </p:nvPr>
        </p:nvSpPr>
        <p:spPr/>
        <p:txBody>
          <a:bodyPr/>
          <a:lstStyle/>
          <a:p>
            <a:r>
              <a:rPr lang="en-US" err="1">
                <a:latin typeface="Times New Roman"/>
                <a:cs typeface="Times New Roman"/>
              </a:rPr>
              <a:t>Korzyści</a:t>
            </a:r>
            <a:r>
              <a:rPr lang="en-US">
                <a:latin typeface="Times New Roman"/>
                <a:cs typeface="Times New Roman"/>
              </a:rPr>
              <a:t> </a:t>
            </a:r>
            <a:r>
              <a:rPr lang="en-US" err="1">
                <a:latin typeface="Times New Roman"/>
                <a:cs typeface="Times New Roman"/>
              </a:rPr>
              <a:t>dla</a:t>
            </a:r>
            <a:r>
              <a:rPr lang="en-US">
                <a:latin typeface="Times New Roman"/>
                <a:cs typeface="Times New Roman"/>
              </a:rPr>
              <a:t> </a:t>
            </a:r>
            <a:r>
              <a:rPr lang="en-US" err="1">
                <a:latin typeface="Times New Roman"/>
                <a:cs typeface="Times New Roman"/>
              </a:rPr>
              <a:t>koła</a:t>
            </a:r>
            <a:r>
              <a:rPr lang="en-US">
                <a:latin typeface="Times New Roman"/>
                <a:cs typeface="Times New Roman"/>
              </a:rPr>
              <a:t> z </a:t>
            </a:r>
            <a:r>
              <a:rPr lang="en-US" err="1">
                <a:latin typeface="Times New Roman"/>
                <a:cs typeface="Times New Roman"/>
              </a:rPr>
              <a:t>realizacji</a:t>
            </a:r>
            <a:r>
              <a:rPr lang="en-US">
                <a:latin typeface="Times New Roman"/>
                <a:cs typeface="Times New Roman"/>
              </a:rPr>
              <a:t> </a:t>
            </a:r>
            <a:r>
              <a:rPr lang="en-US" err="1">
                <a:latin typeface="Times New Roman"/>
                <a:cs typeface="Times New Roman"/>
              </a:rPr>
              <a:t>projektu</a:t>
            </a:r>
            <a:endParaRPr lang="en-US" err="1"/>
          </a:p>
        </p:txBody>
      </p:sp>
      <p:sp>
        <p:nvSpPr>
          <p:cNvPr id="3" name="Content Placeholder 2">
            <a:extLst>
              <a:ext uri="{FF2B5EF4-FFF2-40B4-BE49-F238E27FC236}">
                <a16:creationId xmlns:a16="http://schemas.microsoft.com/office/drawing/2014/main" id="{EC75EB43-57BE-BC03-60AB-69FA0C124B66}"/>
              </a:ext>
            </a:extLst>
          </p:cNvPr>
          <p:cNvSpPr>
            <a:spLocks noGrp="1"/>
          </p:cNvSpPr>
          <p:nvPr>
            <p:ph idx="1"/>
          </p:nvPr>
        </p:nvSpPr>
        <p:spPr/>
        <p:txBody>
          <a:bodyPr/>
          <a:lstStyle/>
          <a:p>
            <a:r>
              <a:rPr lang="en-US" err="1">
                <a:latin typeface="Times New Roman"/>
                <a:cs typeface="Times New Roman"/>
              </a:rPr>
              <a:t>Realizacja</a:t>
            </a:r>
            <a:r>
              <a:rPr lang="en-US">
                <a:latin typeface="Times New Roman"/>
                <a:cs typeface="Times New Roman"/>
              </a:rPr>
              <a:t> </a:t>
            </a:r>
            <a:r>
              <a:rPr lang="en-US" err="1">
                <a:latin typeface="Times New Roman"/>
                <a:cs typeface="Times New Roman"/>
              </a:rPr>
              <a:t>projektu</a:t>
            </a:r>
            <a:r>
              <a:rPr lang="en-US">
                <a:latin typeface="Times New Roman"/>
                <a:cs typeface="Times New Roman"/>
              </a:rPr>
              <a:t> Deep Eye </a:t>
            </a:r>
            <a:r>
              <a:rPr lang="en-US" err="1">
                <a:latin typeface="Times New Roman"/>
                <a:cs typeface="Times New Roman"/>
              </a:rPr>
              <a:t>przyniosła</a:t>
            </a:r>
            <a:r>
              <a:rPr lang="en-US">
                <a:latin typeface="Times New Roman"/>
                <a:cs typeface="Times New Roman"/>
              </a:rPr>
              <a:t> </a:t>
            </a:r>
            <a:r>
              <a:rPr lang="en-US" err="1">
                <a:latin typeface="Times New Roman"/>
                <a:cs typeface="Times New Roman"/>
              </a:rPr>
              <a:t>naszemu</a:t>
            </a:r>
            <a:r>
              <a:rPr lang="en-US">
                <a:latin typeface="Times New Roman"/>
                <a:cs typeface="Times New Roman"/>
              </a:rPr>
              <a:t> </a:t>
            </a:r>
            <a:r>
              <a:rPr lang="en-US" err="1">
                <a:latin typeface="Times New Roman"/>
                <a:cs typeface="Times New Roman"/>
              </a:rPr>
              <a:t>kołu</a:t>
            </a:r>
            <a:r>
              <a:rPr lang="en-US">
                <a:latin typeface="Times New Roman"/>
                <a:cs typeface="Times New Roman"/>
              </a:rPr>
              <a:t> </a:t>
            </a:r>
            <a:r>
              <a:rPr lang="en-US" err="1">
                <a:latin typeface="Times New Roman"/>
                <a:cs typeface="Times New Roman"/>
              </a:rPr>
              <a:t>szereg</a:t>
            </a:r>
            <a:r>
              <a:rPr lang="en-US">
                <a:latin typeface="Times New Roman"/>
                <a:cs typeface="Times New Roman"/>
              </a:rPr>
              <a:t> </a:t>
            </a:r>
            <a:r>
              <a:rPr lang="en-US" err="1">
                <a:latin typeface="Times New Roman"/>
                <a:cs typeface="Times New Roman"/>
              </a:rPr>
              <a:t>korzyści</a:t>
            </a:r>
            <a:r>
              <a:rPr lang="en-US">
                <a:latin typeface="Times New Roman"/>
                <a:cs typeface="Times New Roman"/>
              </a:rPr>
              <a:t>, w </a:t>
            </a:r>
            <a:r>
              <a:rPr lang="en-US" err="1">
                <a:latin typeface="Times New Roman"/>
                <a:cs typeface="Times New Roman"/>
              </a:rPr>
              <a:t>tym</a:t>
            </a:r>
            <a:r>
              <a:rPr lang="en-US">
                <a:latin typeface="Times New Roman"/>
                <a:cs typeface="Times New Roman"/>
              </a:rPr>
              <a:t> </a:t>
            </a:r>
            <a:r>
              <a:rPr lang="en-US" err="1">
                <a:latin typeface="Times New Roman"/>
                <a:cs typeface="Times New Roman"/>
              </a:rPr>
              <a:t>możliwość</a:t>
            </a:r>
            <a:r>
              <a:rPr lang="en-US">
                <a:latin typeface="Times New Roman"/>
                <a:cs typeface="Times New Roman"/>
              </a:rPr>
              <a:t> </a:t>
            </a:r>
            <a:r>
              <a:rPr lang="en-US" err="1">
                <a:latin typeface="Times New Roman"/>
                <a:cs typeface="Times New Roman"/>
              </a:rPr>
              <a:t>nawiązania</a:t>
            </a:r>
            <a:r>
              <a:rPr lang="en-US">
                <a:latin typeface="Times New Roman"/>
                <a:cs typeface="Times New Roman"/>
              </a:rPr>
              <a:t> </a:t>
            </a:r>
            <a:r>
              <a:rPr lang="en-US" err="1">
                <a:latin typeface="Times New Roman"/>
                <a:cs typeface="Times New Roman"/>
              </a:rPr>
              <a:t>współpracy</a:t>
            </a:r>
            <a:r>
              <a:rPr lang="en-US">
                <a:latin typeface="Times New Roman"/>
                <a:cs typeface="Times New Roman"/>
              </a:rPr>
              <a:t> z </a:t>
            </a:r>
            <a:r>
              <a:rPr lang="en-US" err="1">
                <a:latin typeface="Times New Roman"/>
                <a:cs typeface="Times New Roman"/>
              </a:rPr>
              <a:t>Miastem</a:t>
            </a:r>
            <a:r>
              <a:rPr lang="en-US">
                <a:latin typeface="Times New Roman"/>
                <a:cs typeface="Times New Roman"/>
              </a:rPr>
              <a:t> Kraków </a:t>
            </a:r>
            <a:r>
              <a:rPr lang="en-US" err="1">
                <a:latin typeface="Times New Roman"/>
                <a:cs typeface="Times New Roman"/>
              </a:rPr>
              <a:t>oraz</a:t>
            </a:r>
            <a:r>
              <a:rPr lang="en-US">
                <a:latin typeface="Times New Roman"/>
                <a:cs typeface="Times New Roman"/>
              </a:rPr>
              <a:t> </a:t>
            </a:r>
            <a:r>
              <a:rPr lang="en-US" err="1">
                <a:latin typeface="Times New Roman"/>
                <a:cs typeface="Times New Roman"/>
              </a:rPr>
              <a:t>uzyskania</a:t>
            </a:r>
            <a:r>
              <a:rPr lang="en-US">
                <a:latin typeface="Times New Roman"/>
                <a:cs typeface="Times New Roman"/>
              </a:rPr>
              <a:t> </a:t>
            </a:r>
            <a:r>
              <a:rPr lang="en-US" err="1">
                <a:latin typeface="Times New Roman"/>
                <a:cs typeface="Times New Roman"/>
              </a:rPr>
              <a:t>dostępu</a:t>
            </a:r>
            <a:r>
              <a:rPr lang="en-US">
                <a:latin typeface="Times New Roman"/>
                <a:cs typeface="Times New Roman"/>
              </a:rPr>
              <a:t> do </a:t>
            </a:r>
            <a:r>
              <a:rPr lang="en-US" err="1">
                <a:latin typeface="Times New Roman"/>
                <a:cs typeface="Times New Roman"/>
              </a:rPr>
              <a:t>Zalewu</a:t>
            </a:r>
            <a:r>
              <a:rPr lang="en-US">
                <a:latin typeface="Times New Roman"/>
                <a:cs typeface="Times New Roman"/>
              </a:rPr>
              <a:t> </a:t>
            </a:r>
            <a:r>
              <a:rPr lang="en-US" err="1">
                <a:latin typeface="Times New Roman"/>
                <a:cs typeface="Times New Roman"/>
              </a:rPr>
              <a:t>Zakrzówek</a:t>
            </a:r>
            <a:r>
              <a:rPr lang="en-US">
                <a:latin typeface="Times New Roman"/>
                <a:cs typeface="Times New Roman"/>
              </a:rPr>
              <a:t> w </a:t>
            </a:r>
            <a:r>
              <a:rPr lang="en-US" err="1">
                <a:latin typeface="Times New Roman"/>
                <a:cs typeface="Times New Roman"/>
              </a:rPr>
              <a:t>celach</a:t>
            </a:r>
            <a:r>
              <a:rPr lang="en-US">
                <a:latin typeface="Times New Roman"/>
                <a:cs typeface="Times New Roman"/>
              </a:rPr>
              <a:t> </a:t>
            </a:r>
            <a:r>
              <a:rPr lang="en-US" err="1">
                <a:latin typeface="Times New Roman"/>
                <a:cs typeface="Times New Roman"/>
              </a:rPr>
              <a:t>badawczych</a:t>
            </a:r>
            <a:r>
              <a:rPr lang="en-US">
                <a:latin typeface="Times New Roman"/>
                <a:cs typeface="Times New Roman"/>
              </a:rPr>
              <a:t>. Projekt </a:t>
            </a:r>
            <a:r>
              <a:rPr lang="en-US" err="1">
                <a:latin typeface="Times New Roman"/>
                <a:cs typeface="Times New Roman"/>
              </a:rPr>
              <a:t>otwiera</a:t>
            </a:r>
            <a:r>
              <a:rPr lang="en-US">
                <a:latin typeface="Times New Roman"/>
                <a:cs typeface="Times New Roman"/>
              </a:rPr>
              <a:t> </a:t>
            </a:r>
            <a:r>
              <a:rPr lang="en-US" err="1">
                <a:latin typeface="Times New Roman"/>
                <a:cs typeface="Times New Roman"/>
              </a:rPr>
              <a:t>również</a:t>
            </a:r>
            <a:r>
              <a:rPr lang="en-US">
                <a:latin typeface="Times New Roman"/>
                <a:cs typeface="Times New Roman"/>
              </a:rPr>
              <a:t> </a:t>
            </a:r>
            <a:r>
              <a:rPr lang="en-US" err="1">
                <a:latin typeface="Times New Roman"/>
                <a:cs typeface="Times New Roman"/>
              </a:rPr>
              <a:t>perspektywy</a:t>
            </a:r>
            <a:r>
              <a:rPr lang="en-US">
                <a:latin typeface="Times New Roman"/>
                <a:cs typeface="Times New Roman"/>
              </a:rPr>
              <a:t> </a:t>
            </a:r>
            <a:r>
              <a:rPr lang="en-US" err="1">
                <a:latin typeface="Times New Roman"/>
                <a:cs typeface="Times New Roman"/>
              </a:rPr>
              <a:t>prowadzenia</a:t>
            </a:r>
            <a:r>
              <a:rPr lang="en-US">
                <a:latin typeface="Times New Roman"/>
                <a:cs typeface="Times New Roman"/>
              </a:rPr>
              <a:t> </a:t>
            </a:r>
            <a:r>
              <a:rPr lang="en-US" err="1">
                <a:latin typeface="Times New Roman"/>
                <a:cs typeface="Times New Roman"/>
              </a:rPr>
              <a:t>przyszłych</a:t>
            </a:r>
            <a:r>
              <a:rPr lang="en-US">
                <a:latin typeface="Times New Roman"/>
                <a:cs typeface="Times New Roman"/>
              </a:rPr>
              <a:t> </a:t>
            </a:r>
            <a:r>
              <a:rPr lang="en-US" err="1">
                <a:latin typeface="Times New Roman"/>
                <a:cs typeface="Times New Roman"/>
              </a:rPr>
              <a:t>badań</a:t>
            </a:r>
            <a:r>
              <a:rPr lang="en-US">
                <a:latin typeface="Times New Roman"/>
                <a:cs typeface="Times New Roman"/>
              </a:rPr>
              <a:t> w </a:t>
            </a:r>
            <a:r>
              <a:rPr lang="en-US" err="1">
                <a:latin typeface="Times New Roman"/>
                <a:cs typeface="Times New Roman"/>
              </a:rPr>
              <a:t>innych</a:t>
            </a:r>
            <a:r>
              <a:rPr lang="en-US">
                <a:latin typeface="Times New Roman"/>
                <a:cs typeface="Times New Roman"/>
              </a:rPr>
              <a:t> </a:t>
            </a:r>
            <a:r>
              <a:rPr lang="en-US" err="1">
                <a:latin typeface="Times New Roman"/>
                <a:cs typeface="Times New Roman"/>
              </a:rPr>
              <a:t>zbiornikach</a:t>
            </a:r>
            <a:r>
              <a:rPr lang="en-US">
                <a:latin typeface="Times New Roman"/>
                <a:cs typeface="Times New Roman"/>
              </a:rPr>
              <a:t> </a:t>
            </a:r>
            <a:r>
              <a:rPr lang="en-US" err="1">
                <a:latin typeface="Times New Roman"/>
                <a:cs typeface="Times New Roman"/>
              </a:rPr>
              <a:t>wodnych</a:t>
            </a:r>
            <a:r>
              <a:rPr lang="en-US">
                <a:latin typeface="Times New Roman"/>
                <a:cs typeface="Times New Roman"/>
              </a:rPr>
              <a:t>, co </a:t>
            </a:r>
            <a:r>
              <a:rPr lang="en-US" err="1">
                <a:latin typeface="Times New Roman"/>
                <a:cs typeface="Times New Roman"/>
              </a:rPr>
              <a:t>pozwoli</a:t>
            </a:r>
            <a:r>
              <a:rPr lang="en-US">
                <a:latin typeface="Times New Roman"/>
                <a:cs typeface="Times New Roman"/>
              </a:rPr>
              <a:t> </a:t>
            </a:r>
            <a:r>
              <a:rPr lang="en-US" err="1">
                <a:latin typeface="Times New Roman"/>
                <a:cs typeface="Times New Roman"/>
              </a:rPr>
              <a:t>na</a:t>
            </a:r>
            <a:r>
              <a:rPr lang="en-US">
                <a:latin typeface="Times New Roman"/>
                <a:cs typeface="Times New Roman"/>
              </a:rPr>
              <a:t> </a:t>
            </a:r>
            <a:r>
              <a:rPr lang="en-US" err="1">
                <a:latin typeface="Times New Roman"/>
                <a:cs typeface="Times New Roman"/>
              </a:rPr>
              <a:t>dalszy</a:t>
            </a:r>
            <a:r>
              <a:rPr lang="en-US">
                <a:latin typeface="Times New Roman"/>
                <a:cs typeface="Times New Roman"/>
              </a:rPr>
              <a:t> </a:t>
            </a:r>
            <a:r>
              <a:rPr lang="en-US" err="1">
                <a:latin typeface="Times New Roman"/>
                <a:cs typeface="Times New Roman"/>
              </a:rPr>
              <a:t>rozwój</a:t>
            </a:r>
            <a:r>
              <a:rPr lang="en-US">
                <a:latin typeface="Times New Roman"/>
                <a:cs typeface="Times New Roman"/>
              </a:rPr>
              <a:t> </a:t>
            </a:r>
            <a:r>
              <a:rPr lang="en-US" err="1">
                <a:latin typeface="Times New Roman"/>
                <a:cs typeface="Times New Roman"/>
              </a:rPr>
              <a:t>działalności</a:t>
            </a:r>
            <a:r>
              <a:rPr lang="en-US">
                <a:latin typeface="Times New Roman"/>
                <a:cs typeface="Times New Roman"/>
              </a:rPr>
              <a:t> </a:t>
            </a:r>
            <a:r>
              <a:rPr lang="en-US" err="1">
                <a:latin typeface="Times New Roman"/>
                <a:cs typeface="Times New Roman"/>
              </a:rPr>
              <a:t>naukowej</a:t>
            </a:r>
            <a:r>
              <a:rPr lang="en-US">
                <a:latin typeface="Times New Roman"/>
                <a:cs typeface="Times New Roman"/>
              </a:rPr>
              <a:t> </a:t>
            </a:r>
            <a:r>
              <a:rPr lang="en-US" err="1">
                <a:latin typeface="Times New Roman"/>
                <a:cs typeface="Times New Roman"/>
              </a:rPr>
              <a:t>i</a:t>
            </a:r>
            <a:r>
              <a:rPr lang="en-US">
                <a:latin typeface="Times New Roman"/>
                <a:cs typeface="Times New Roman"/>
              </a:rPr>
              <a:t> </a:t>
            </a:r>
            <a:r>
              <a:rPr lang="en-US" err="1">
                <a:latin typeface="Times New Roman"/>
                <a:cs typeface="Times New Roman"/>
              </a:rPr>
              <a:t>poszerzenie</a:t>
            </a:r>
            <a:r>
              <a:rPr lang="en-US">
                <a:latin typeface="Times New Roman"/>
                <a:cs typeface="Times New Roman"/>
              </a:rPr>
              <a:t> </a:t>
            </a:r>
            <a:r>
              <a:rPr lang="en-US" err="1">
                <a:latin typeface="Times New Roman"/>
                <a:cs typeface="Times New Roman"/>
              </a:rPr>
              <a:t>zakresu</a:t>
            </a:r>
            <a:r>
              <a:rPr lang="en-US">
                <a:latin typeface="Times New Roman"/>
                <a:cs typeface="Times New Roman"/>
              </a:rPr>
              <a:t> </a:t>
            </a:r>
            <a:r>
              <a:rPr lang="en-US" err="1">
                <a:latin typeface="Times New Roman"/>
                <a:cs typeface="Times New Roman"/>
              </a:rPr>
              <a:t>prowadzonych</a:t>
            </a:r>
            <a:r>
              <a:rPr lang="en-US">
                <a:latin typeface="Times New Roman"/>
                <a:cs typeface="Times New Roman"/>
              </a:rPr>
              <a:t> </a:t>
            </a:r>
            <a:r>
              <a:rPr lang="en-US" err="1">
                <a:latin typeface="Times New Roman"/>
                <a:cs typeface="Times New Roman"/>
              </a:rPr>
              <a:t>analiz</a:t>
            </a:r>
            <a:r>
              <a:rPr lang="en-US">
                <a:latin typeface="Times New Roman"/>
                <a:cs typeface="Times New Roman"/>
              </a:rPr>
              <a:t> </a:t>
            </a:r>
            <a:r>
              <a:rPr lang="en-US" err="1">
                <a:latin typeface="Times New Roman"/>
                <a:cs typeface="Times New Roman"/>
              </a:rPr>
              <a:t>środowiskowych</a:t>
            </a:r>
            <a:r>
              <a:rPr lang="en-US">
                <a:latin typeface="Times New Roman"/>
                <a:cs typeface="Times New Roman"/>
              </a:rPr>
              <a:t>.</a:t>
            </a:r>
            <a:endParaRPr lang="pl-PL">
              <a:latin typeface="Times New Roman"/>
              <a:cs typeface="Times New Roman"/>
            </a:endParaRPr>
          </a:p>
        </p:txBody>
      </p:sp>
    </p:spTree>
    <p:extLst>
      <p:ext uri="{BB962C8B-B14F-4D97-AF65-F5344CB8AC3E}">
        <p14:creationId xmlns:p14="http://schemas.microsoft.com/office/powerpoint/2010/main" val="112051100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A2521B-8E06-724B-8A6E-827C3F5177E5}"/>
              </a:ext>
            </a:extLst>
          </p:cNvPr>
          <p:cNvSpPr>
            <a:spLocks noGrp="1"/>
          </p:cNvSpPr>
          <p:nvPr>
            <p:ph type="title"/>
          </p:nvPr>
        </p:nvSpPr>
        <p:spPr/>
        <p:txBody>
          <a:bodyPr/>
          <a:lstStyle/>
          <a:p>
            <a:r>
              <a:rPr lang="en-US" err="1">
                <a:latin typeface="Times New Roman"/>
                <a:cs typeface="Times New Roman"/>
              </a:rPr>
              <a:t>Podsumowanie</a:t>
            </a:r>
            <a:r>
              <a:rPr lang="en-US">
                <a:latin typeface="Times New Roman"/>
                <a:cs typeface="Times New Roman"/>
              </a:rPr>
              <a:t> </a:t>
            </a:r>
            <a:r>
              <a:rPr lang="en-US" err="1">
                <a:latin typeface="Times New Roman"/>
                <a:cs typeface="Times New Roman"/>
              </a:rPr>
              <a:t>finansowe</a:t>
            </a:r>
            <a:r>
              <a:rPr lang="en-US">
                <a:latin typeface="Times New Roman"/>
                <a:cs typeface="Times New Roman"/>
              </a:rPr>
              <a:t> </a:t>
            </a:r>
            <a:r>
              <a:rPr lang="en-US" err="1">
                <a:latin typeface="Times New Roman"/>
                <a:cs typeface="Times New Roman"/>
              </a:rPr>
              <a:t>grantu</a:t>
            </a:r>
            <a:endParaRPr lang="en-US" err="1"/>
          </a:p>
        </p:txBody>
      </p:sp>
      <p:graphicFrame>
        <p:nvGraphicFramePr>
          <p:cNvPr id="5" name="Content Placeholder 4">
            <a:extLst>
              <a:ext uri="{FF2B5EF4-FFF2-40B4-BE49-F238E27FC236}">
                <a16:creationId xmlns:a16="http://schemas.microsoft.com/office/drawing/2014/main" id="{D6B17E53-7BD1-E7B5-0BE4-8A9817A735C3}"/>
              </a:ext>
            </a:extLst>
          </p:cNvPr>
          <p:cNvGraphicFramePr>
            <a:graphicFrameLocks noGrp="1"/>
          </p:cNvGraphicFramePr>
          <p:nvPr>
            <p:ph idx="1"/>
            <p:extLst>
              <p:ext uri="{D42A27DB-BD31-4B8C-83A1-F6EECF244321}">
                <p14:modId xmlns:p14="http://schemas.microsoft.com/office/powerpoint/2010/main" val="3386336514"/>
              </p:ext>
            </p:extLst>
          </p:nvPr>
        </p:nvGraphicFramePr>
        <p:xfrm>
          <a:off x="983692" y="2160835"/>
          <a:ext cx="11456322" cy="2423160"/>
        </p:xfrm>
        <a:graphic>
          <a:graphicData uri="http://schemas.openxmlformats.org/drawingml/2006/table">
            <a:tbl>
              <a:tblPr bandRow="1">
                <a:tableStyleId>{5C22544A-7EE6-4342-B048-85BDC9FD1C3A}</a:tableStyleId>
              </a:tblPr>
              <a:tblGrid>
                <a:gridCol w="1025806">
                  <a:extLst>
                    <a:ext uri="{9D8B030D-6E8A-4147-A177-3AD203B41FA5}">
                      <a16:colId xmlns:a16="http://schemas.microsoft.com/office/drawing/2014/main" val="140713039"/>
                    </a:ext>
                  </a:extLst>
                </a:gridCol>
                <a:gridCol w="5229599">
                  <a:extLst>
                    <a:ext uri="{9D8B030D-6E8A-4147-A177-3AD203B41FA5}">
                      <a16:colId xmlns:a16="http://schemas.microsoft.com/office/drawing/2014/main" val="728103276"/>
                    </a:ext>
                  </a:extLst>
                </a:gridCol>
                <a:gridCol w="2755596">
                  <a:extLst>
                    <a:ext uri="{9D8B030D-6E8A-4147-A177-3AD203B41FA5}">
                      <a16:colId xmlns:a16="http://schemas.microsoft.com/office/drawing/2014/main" val="2773648573"/>
                    </a:ext>
                  </a:extLst>
                </a:gridCol>
                <a:gridCol w="2445321">
                  <a:extLst>
                    <a:ext uri="{9D8B030D-6E8A-4147-A177-3AD203B41FA5}">
                      <a16:colId xmlns:a16="http://schemas.microsoft.com/office/drawing/2014/main" val="3112073789"/>
                    </a:ext>
                  </a:extLst>
                </a:gridCol>
              </a:tblGrid>
              <a:tr h="190500">
                <a:tc>
                  <a:txBody>
                    <a:bodyPr/>
                    <a:lstStyle/>
                    <a:p>
                      <a:pPr algn="l" rtl="0" fontAlgn="base">
                        <a:lnSpc>
                          <a:spcPts val="1350"/>
                        </a:lnSpc>
                        <a:buNone/>
                      </a:pPr>
                      <a:r>
                        <a:rPr lang="pl-PL" sz="1200" b="1" i="0">
                          <a:effectLst/>
                          <a:latin typeface="Times New Roman" panose="02020603050405020304" pitchFamily="18" charset="0"/>
                        </a:rPr>
                        <a:t>L.p.</a:t>
                      </a:r>
                      <a:r>
                        <a:rPr lang="pl-PL" sz="1200" b="0" i="0">
                          <a:effectLst/>
                          <a:latin typeface="Times New Roman" panose="02020603050405020304" pitchFamily="18" charset="0"/>
                        </a:rPr>
                        <a:t> </a:t>
                      </a:r>
                      <a:endParaRPr lang="pl-PL" b="0" i="0">
                        <a:effectLst/>
                      </a:endParaRPr>
                    </a:p>
                  </a:txBody>
                  <a:tcPr marL="66675" marR="6667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rtl="0" fontAlgn="base">
                        <a:lnSpc>
                          <a:spcPts val="1350"/>
                        </a:lnSpc>
                        <a:buNone/>
                      </a:pPr>
                      <a:r>
                        <a:rPr lang="pl-PL" sz="1200" b="1" i="0">
                          <a:effectLst/>
                          <a:latin typeface="Times New Roman" panose="02020603050405020304" pitchFamily="18" charset="0"/>
                        </a:rPr>
                        <a:t>Poniesiony koszt</a:t>
                      </a:r>
                      <a:r>
                        <a:rPr lang="pl-PL" sz="1200" b="0" i="0">
                          <a:effectLst/>
                          <a:latin typeface="Times New Roman" panose="02020603050405020304" pitchFamily="18" charset="0"/>
                        </a:rPr>
                        <a:t> </a:t>
                      </a:r>
                      <a:endParaRPr lang="pl-PL" b="0" i="0">
                        <a:effectLst/>
                      </a:endParaRPr>
                    </a:p>
                  </a:txBody>
                  <a:tcPr marL="66675" marR="6667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rtl="0" fontAlgn="base">
                        <a:lnSpc>
                          <a:spcPts val="1350"/>
                        </a:lnSpc>
                        <a:buNone/>
                      </a:pPr>
                      <a:r>
                        <a:rPr lang="pl-PL" sz="1200" b="1" i="0">
                          <a:effectLst/>
                          <a:latin typeface="Times New Roman" panose="02020603050405020304" pitchFamily="18" charset="0"/>
                        </a:rPr>
                        <a:t>Źródło finansowania</a:t>
                      </a:r>
                      <a:r>
                        <a:rPr lang="pl-PL" sz="1200" b="0" i="0">
                          <a:effectLst/>
                          <a:latin typeface="Times New Roman" panose="02020603050405020304" pitchFamily="18" charset="0"/>
                        </a:rPr>
                        <a:t> </a:t>
                      </a:r>
                      <a:endParaRPr lang="pl-PL" b="0" i="0">
                        <a:effectLst/>
                      </a:endParaRPr>
                    </a:p>
                  </a:txBody>
                  <a:tcPr marL="66675" marR="6667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rtl="0" fontAlgn="base">
                        <a:lnSpc>
                          <a:spcPts val="1350"/>
                        </a:lnSpc>
                        <a:buNone/>
                      </a:pPr>
                      <a:r>
                        <a:rPr lang="pl-PL" sz="1200" b="1" i="0">
                          <a:effectLst/>
                          <a:latin typeface="Times New Roman" panose="02020603050405020304" pitchFamily="18" charset="0"/>
                        </a:rPr>
                        <a:t>Wysokość wydatku [zł]</a:t>
                      </a:r>
                      <a:r>
                        <a:rPr lang="pl-PL" sz="1200" b="0" i="0">
                          <a:effectLst/>
                          <a:latin typeface="Times New Roman" panose="02020603050405020304" pitchFamily="18" charset="0"/>
                        </a:rPr>
                        <a:t> </a:t>
                      </a:r>
                      <a:endParaRPr lang="pl-PL" b="0" i="0">
                        <a:effectLst/>
                      </a:endParaRPr>
                    </a:p>
                  </a:txBody>
                  <a:tcPr marL="66675" marR="66675"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28549088"/>
                  </a:ext>
                </a:extLst>
              </a:tr>
              <a:tr h="190500">
                <a:tc>
                  <a:txBody>
                    <a:bodyPr/>
                    <a:lstStyle/>
                    <a:p>
                      <a:pPr algn="ctr" rtl="0" fontAlgn="base">
                        <a:lnSpc>
                          <a:spcPts val="1350"/>
                        </a:lnSpc>
                        <a:buNone/>
                      </a:pPr>
                      <a:r>
                        <a:rPr lang="pl-PL" sz="1200" b="0" i="0">
                          <a:effectLst/>
                          <a:latin typeface="Times New Roman" panose="02020603050405020304" pitchFamily="18" charset="0"/>
                        </a:rPr>
                        <a:t>1 </a:t>
                      </a:r>
                      <a:endParaRPr lang="pl-PL" b="0" i="0">
                        <a:effectLst/>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just" rtl="0" fontAlgn="base">
                        <a:lnSpc>
                          <a:spcPts val="1350"/>
                        </a:lnSpc>
                        <a:buNone/>
                      </a:pPr>
                      <a:r>
                        <a:rPr lang="pl-PL" sz="1200" b="0" i="0">
                          <a:effectLst/>
                          <a:latin typeface="Times New Roman" panose="02020603050405020304" pitchFamily="18" charset="0"/>
                        </a:rPr>
                        <a:t>Jednostka kontrolno-obliczeniowa </a:t>
                      </a:r>
                      <a:endParaRPr lang="pl-PL" b="0" i="0">
                        <a:effectLst/>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rtl="0" fontAlgn="base">
                        <a:lnSpc>
                          <a:spcPts val="1350"/>
                        </a:lnSpc>
                        <a:buNone/>
                      </a:pPr>
                      <a:r>
                        <a:rPr lang="pl-PL" sz="1200" b="0" i="0">
                          <a:effectLst/>
                          <a:latin typeface="Times New Roman" panose="02020603050405020304" pitchFamily="18" charset="0"/>
                        </a:rPr>
                        <a:t>FKNS </a:t>
                      </a:r>
                      <a:endParaRPr lang="pl-PL" b="0" i="0">
                        <a:effectLst/>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rtl="0" fontAlgn="base">
                        <a:lnSpc>
                          <a:spcPts val="1429"/>
                        </a:lnSpc>
                        <a:buNone/>
                      </a:pPr>
                      <a:r>
                        <a:rPr lang="pl-PL" sz="1200" b="0" i="0">
                          <a:effectLst/>
                          <a:latin typeface="Times New Roman" panose="02020603050405020304" pitchFamily="18" charset="0"/>
                        </a:rPr>
                        <a:t>1000 </a:t>
                      </a:r>
                      <a:endParaRPr lang="pl-PL" b="0" i="0">
                        <a:effectLst/>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49734770"/>
                  </a:ext>
                </a:extLst>
              </a:tr>
              <a:tr h="190500">
                <a:tc>
                  <a:txBody>
                    <a:bodyPr/>
                    <a:lstStyle/>
                    <a:p>
                      <a:pPr algn="ctr" rtl="0" fontAlgn="base">
                        <a:lnSpc>
                          <a:spcPts val="1350"/>
                        </a:lnSpc>
                        <a:buNone/>
                      </a:pPr>
                      <a:r>
                        <a:rPr lang="pl-PL" sz="1200" b="0" i="0">
                          <a:effectLst/>
                          <a:latin typeface="Times New Roman" panose="02020603050405020304" pitchFamily="18" charset="0"/>
                        </a:rPr>
                        <a:t>2 </a:t>
                      </a:r>
                      <a:endParaRPr lang="pl-PL" b="0" i="0">
                        <a:effectLst/>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just" rtl="0" fontAlgn="base">
                        <a:lnSpc>
                          <a:spcPts val="1350"/>
                        </a:lnSpc>
                        <a:buNone/>
                      </a:pPr>
                      <a:r>
                        <a:rPr lang="pl-PL" sz="1200" b="0" i="0">
                          <a:effectLst/>
                          <a:latin typeface="Times New Roman" panose="02020603050405020304" pitchFamily="18" charset="0"/>
                        </a:rPr>
                        <a:t>Czujniki IMU </a:t>
                      </a:r>
                      <a:endParaRPr lang="pl-PL" b="0" i="0">
                        <a:effectLst/>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rtl="0" fontAlgn="base">
                        <a:lnSpc>
                          <a:spcPts val="1350"/>
                        </a:lnSpc>
                        <a:buNone/>
                      </a:pPr>
                      <a:r>
                        <a:rPr lang="pl-PL" sz="1200" b="0" i="0">
                          <a:effectLst/>
                          <a:latin typeface="Times New Roman" panose="02020603050405020304" pitchFamily="18" charset="0"/>
                        </a:rPr>
                        <a:t>WIMIR </a:t>
                      </a:r>
                      <a:endParaRPr lang="pl-PL" b="0" i="0">
                        <a:effectLst/>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rtl="0" fontAlgn="base">
                        <a:lnSpc>
                          <a:spcPts val="1429"/>
                        </a:lnSpc>
                        <a:buNone/>
                      </a:pPr>
                      <a:r>
                        <a:rPr lang="pl-PL" sz="1100" b="0" i="0">
                          <a:effectLst/>
                          <a:latin typeface="Calibri" panose="020F0502020204030204" pitchFamily="34" charset="0"/>
                        </a:rPr>
                        <a:t>300 </a:t>
                      </a:r>
                      <a:endParaRPr lang="pl-PL" b="0" i="0">
                        <a:effectLst/>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44861228"/>
                  </a:ext>
                </a:extLst>
              </a:tr>
              <a:tr h="190500">
                <a:tc>
                  <a:txBody>
                    <a:bodyPr/>
                    <a:lstStyle/>
                    <a:p>
                      <a:pPr algn="ctr" rtl="0" fontAlgn="base">
                        <a:lnSpc>
                          <a:spcPts val="1350"/>
                        </a:lnSpc>
                        <a:buNone/>
                      </a:pPr>
                      <a:r>
                        <a:rPr lang="pl-PL" sz="1200" b="0" i="0">
                          <a:effectLst/>
                          <a:latin typeface="Times New Roman" panose="02020603050405020304" pitchFamily="18" charset="0"/>
                        </a:rPr>
                        <a:t>3 </a:t>
                      </a:r>
                      <a:endParaRPr lang="pl-PL" b="0" i="0">
                        <a:effectLst/>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just" rtl="0" fontAlgn="base">
                        <a:lnSpc>
                          <a:spcPts val="1350"/>
                        </a:lnSpc>
                        <a:buNone/>
                      </a:pPr>
                      <a:r>
                        <a:rPr lang="pl-PL" sz="1200" b="0" i="0">
                          <a:effectLst/>
                          <a:latin typeface="Times New Roman" panose="02020603050405020304" pitchFamily="18" charset="0"/>
                        </a:rPr>
                        <a:t>Elementy konstrukcyjne </a:t>
                      </a:r>
                      <a:endParaRPr lang="pl-PL" b="0" i="0">
                        <a:effectLst/>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rtl="0" fontAlgn="base">
                        <a:lnSpc>
                          <a:spcPts val="1275"/>
                        </a:lnSpc>
                        <a:buNone/>
                      </a:pPr>
                      <a:r>
                        <a:rPr lang="pl-PL" sz="1100" b="0" i="0">
                          <a:effectLst/>
                          <a:latin typeface="Times New Roman" panose="02020603050405020304" pitchFamily="18" charset="0"/>
                        </a:rPr>
                        <a:t>WIMIR </a:t>
                      </a:r>
                      <a:endParaRPr lang="pl-PL" b="0" i="0">
                        <a:effectLst/>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rtl="0" fontAlgn="base">
                        <a:lnSpc>
                          <a:spcPts val="1429"/>
                        </a:lnSpc>
                        <a:buNone/>
                      </a:pPr>
                      <a:r>
                        <a:rPr lang="pl-PL" sz="1100" b="0" i="0">
                          <a:effectLst/>
                          <a:latin typeface="Calibri" panose="020F0502020204030204" pitchFamily="34" charset="0"/>
                        </a:rPr>
                        <a:t>468 </a:t>
                      </a:r>
                      <a:endParaRPr lang="pl-PL" b="0" i="0">
                        <a:effectLst/>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28145987"/>
                  </a:ext>
                </a:extLst>
              </a:tr>
              <a:tr h="190500">
                <a:tc>
                  <a:txBody>
                    <a:bodyPr/>
                    <a:lstStyle/>
                    <a:p>
                      <a:pPr algn="ctr" rtl="0" fontAlgn="base">
                        <a:lnSpc>
                          <a:spcPts val="1350"/>
                        </a:lnSpc>
                        <a:buNone/>
                      </a:pPr>
                      <a:r>
                        <a:rPr lang="pl-PL" sz="1200" b="0" i="0">
                          <a:effectLst/>
                          <a:latin typeface="Times New Roman" panose="02020603050405020304" pitchFamily="18" charset="0"/>
                        </a:rPr>
                        <a:t>4 </a:t>
                      </a:r>
                      <a:endParaRPr lang="pl-PL" b="0" i="0">
                        <a:effectLst/>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rtl="0" fontAlgn="base">
                        <a:lnSpc>
                          <a:spcPts val="1350"/>
                        </a:lnSpc>
                        <a:buNone/>
                      </a:pPr>
                      <a:r>
                        <a:rPr lang="pl-PL" sz="1200" b="0" i="0">
                          <a:effectLst/>
                          <a:latin typeface="Times New Roman" panose="02020603050405020304" pitchFamily="18" charset="0"/>
                        </a:rPr>
                        <a:t>Elementy zasilania </a:t>
                      </a:r>
                      <a:endParaRPr lang="pl-PL" b="0" i="0">
                        <a:effectLst/>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rtl="0" fontAlgn="base">
                        <a:lnSpc>
                          <a:spcPts val="1350"/>
                        </a:lnSpc>
                        <a:buNone/>
                      </a:pPr>
                      <a:r>
                        <a:rPr lang="pl-PL" sz="1200" b="0" i="0">
                          <a:effectLst/>
                          <a:latin typeface="Times New Roman" panose="02020603050405020304" pitchFamily="18" charset="0"/>
                        </a:rPr>
                        <a:t>WIMIR </a:t>
                      </a:r>
                      <a:endParaRPr lang="pl-PL" b="0" i="0">
                        <a:effectLst/>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rtl="0" fontAlgn="base">
                        <a:lnSpc>
                          <a:spcPts val="1350"/>
                        </a:lnSpc>
                        <a:buNone/>
                      </a:pPr>
                      <a:r>
                        <a:rPr lang="pl-PL" sz="1100" b="0" i="0">
                          <a:effectLst/>
                          <a:latin typeface="Calibri" panose="020F0502020204030204" pitchFamily="34" charset="0"/>
                        </a:rPr>
                        <a:t>200 </a:t>
                      </a:r>
                      <a:endParaRPr lang="pl-PL" b="0" i="0">
                        <a:effectLst/>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66634912"/>
                  </a:ext>
                </a:extLst>
              </a:tr>
              <a:tr h="190500">
                <a:tc>
                  <a:txBody>
                    <a:bodyPr/>
                    <a:lstStyle/>
                    <a:p>
                      <a:pPr algn="ctr" rtl="0" fontAlgn="base">
                        <a:lnSpc>
                          <a:spcPts val="1350"/>
                        </a:lnSpc>
                        <a:buNone/>
                      </a:pPr>
                      <a:r>
                        <a:rPr lang="pl-PL" sz="1200" b="0" i="0">
                          <a:effectLst/>
                          <a:latin typeface="Times New Roman" panose="02020603050405020304" pitchFamily="18" charset="0"/>
                        </a:rPr>
                        <a:t>5 </a:t>
                      </a:r>
                      <a:endParaRPr lang="pl-PL" b="0" i="0">
                        <a:effectLst/>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rtl="0" fontAlgn="base">
                        <a:lnSpc>
                          <a:spcPts val="1350"/>
                        </a:lnSpc>
                        <a:buNone/>
                      </a:pPr>
                      <a:r>
                        <a:rPr lang="pl-PL" sz="1200" b="0" i="0">
                          <a:effectLst/>
                          <a:latin typeface="Times New Roman" panose="02020603050405020304" pitchFamily="18" charset="0"/>
                        </a:rPr>
                        <a:t>Wykonanie wodoszczelnej obudowy </a:t>
                      </a:r>
                      <a:endParaRPr lang="pl-PL" b="0" i="0">
                        <a:effectLst/>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rtl="0" fontAlgn="base">
                        <a:lnSpc>
                          <a:spcPts val="1350"/>
                        </a:lnSpc>
                        <a:buNone/>
                      </a:pPr>
                      <a:r>
                        <a:rPr lang="pl-PL" sz="1200" b="0" i="0">
                          <a:effectLst/>
                          <a:latin typeface="Times New Roman" panose="02020603050405020304" pitchFamily="18" charset="0"/>
                        </a:rPr>
                        <a:t>WIMIR </a:t>
                      </a:r>
                      <a:endParaRPr lang="pl-PL" b="0" i="0">
                        <a:effectLst/>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rtl="0" fontAlgn="base">
                        <a:lnSpc>
                          <a:spcPts val="1429"/>
                        </a:lnSpc>
                        <a:buNone/>
                      </a:pPr>
                      <a:r>
                        <a:rPr lang="pl-PL" sz="1200" b="0" i="0">
                          <a:effectLst/>
                          <a:latin typeface="Times New Roman" panose="02020603050405020304" pitchFamily="18" charset="0"/>
                        </a:rPr>
                        <a:t>200 </a:t>
                      </a:r>
                      <a:endParaRPr lang="pl-PL" b="0" i="0">
                        <a:effectLst/>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471711"/>
                  </a:ext>
                </a:extLst>
              </a:tr>
              <a:tr h="190500">
                <a:tc>
                  <a:txBody>
                    <a:bodyPr/>
                    <a:lstStyle/>
                    <a:p>
                      <a:pPr algn="ctr" rtl="0" fontAlgn="base">
                        <a:lnSpc>
                          <a:spcPts val="1350"/>
                        </a:lnSpc>
                        <a:buNone/>
                      </a:pPr>
                      <a:r>
                        <a:rPr lang="pl-PL" sz="1200" b="0" i="0">
                          <a:effectLst/>
                          <a:latin typeface="Times New Roman" panose="02020603050405020304" pitchFamily="18" charset="0"/>
                        </a:rPr>
                        <a:t>6 </a:t>
                      </a:r>
                      <a:endParaRPr lang="pl-PL" b="0" i="0">
                        <a:effectLst/>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rtl="0" fontAlgn="base">
                        <a:lnSpc>
                          <a:spcPts val="1350"/>
                        </a:lnSpc>
                        <a:buNone/>
                      </a:pPr>
                      <a:r>
                        <a:rPr lang="pl-PL" sz="1200" b="0" i="0">
                          <a:effectLst/>
                          <a:latin typeface="Times New Roman" panose="02020603050405020304" pitchFamily="18" charset="0"/>
                        </a:rPr>
                        <a:t>System zdalnego sterowania </a:t>
                      </a:r>
                      <a:endParaRPr lang="pl-PL" b="0" i="0">
                        <a:effectLst/>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rtl="0" fontAlgn="base">
                        <a:lnSpc>
                          <a:spcPts val="1350"/>
                        </a:lnSpc>
                        <a:buNone/>
                      </a:pPr>
                      <a:r>
                        <a:rPr lang="pl-PL" sz="1200" b="0" i="0">
                          <a:effectLst/>
                          <a:latin typeface="Times New Roman" panose="02020603050405020304" pitchFamily="18" charset="0"/>
                        </a:rPr>
                        <a:t>FKNS </a:t>
                      </a:r>
                      <a:endParaRPr lang="pl-PL" b="0" i="0">
                        <a:effectLst/>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rtl="0" fontAlgn="base">
                        <a:lnSpc>
                          <a:spcPts val="1429"/>
                        </a:lnSpc>
                        <a:buNone/>
                      </a:pPr>
                      <a:r>
                        <a:rPr lang="pl-PL" sz="1200" b="0" i="0">
                          <a:effectLst/>
                          <a:latin typeface="Times New Roman" panose="02020603050405020304" pitchFamily="18" charset="0"/>
                        </a:rPr>
                        <a:t>532 </a:t>
                      </a:r>
                      <a:endParaRPr lang="pl-PL" b="0" i="0">
                        <a:effectLst/>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52747982"/>
                  </a:ext>
                </a:extLst>
              </a:tr>
              <a:tr h="190500">
                <a:tc>
                  <a:txBody>
                    <a:bodyPr/>
                    <a:lstStyle/>
                    <a:p>
                      <a:pPr algn="ctr" rtl="0" fontAlgn="base">
                        <a:lnSpc>
                          <a:spcPts val="1350"/>
                        </a:lnSpc>
                        <a:buNone/>
                      </a:pPr>
                      <a:r>
                        <a:rPr lang="pl-PL" sz="1200" b="0" i="0">
                          <a:effectLst/>
                          <a:latin typeface="Times New Roman" panose="02020603050405020304" pitchFamily="18" charset="0"/>
                        </a:rPr>
                        <a:t>7 </a:t>
                      </a:r>
                      <a:endParaRPr lang="pl-PL" b="0" i="0">
                        <a:effectLst/>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l" rtl="0" fontAlgn="base">
                        <a:lnSpc>
                          <a:spcPts val="1350"/>
                        </a:lnSpc>
                        <a:buNone/>
                      </a:pPr>
                      <a:r>
                        <a:rPr lang="pl-PL" sz="1200" b="0" i="0">
                          <a:effectLst/>
                          <a:latin typeface="Times New Roman" panose="02020603050405020304" pitchFamily="18" charset="0"/>
                        </a:rPr>
                        <a:t>Materiały eksploatacyjne </a:t>
                      </a:r>
                      <a:endParaRPr lang="pl-PL" b="0" i="0">
                        <a:effectLst/>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rtl="0" fontAlgn="base">
                        <a:lnSpc>
                          <a:spcPts val="1350"/>
                        </a:lnSpc>
                        <a:buNone/>
                      </a:pPr>
                      <a:r>
                        <a:rPr lang="pl-PL" sz="1200" b="0" i="0">
                          <a:effectLst/>
                          <a:latin typeface="Times New Roman" panose="02020603050405020304" pitchFamily="18" charset="0"/>
                        </a:rPr>
                        <a:t>FKNS </a:t>
                      </a:r>
                      <a:endParaRPr lang="pl-PL" b="0" i="0">
                        <a:effectLst/>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lgn="ctr" rtl="0" fontAlgn="base">
                        <a:lnSpc>
                          <a:spcPts val="1429"/>
                        </a:lnSpc>
                        <a:buNone/>
                      </a:pPr>
                      <a:r>
                        <a:rPr lang="pl-PL" sz="1200" b="0" i="0">
                          <a:effectLst/>
                          <a:latin typeface="Times New Roman" panose="02020603050405020304" pitchFamily="18" charset="0"/>
                        </a:rPr>
                        <a:t>798,78 </a:t>
                      </a:r>
                      <a:endParaRPr lang="pl-PL" b="0" i="0">
                        <a:effectLst/>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47721200"/>
                  </a:ext>
                </a:extLst>
              </a:tr>
              <a:tr h="190500">
                <a:tc gridSpan="3">
                  <a:txBody>
                    <a:bodyPr/>
                    <a:lstStyle/>
                    <a:p>
                      <a:pPr algn="ctr" rtl="0" fontAlgn="base">
                        <a:lnSpc>
                          <a:spcPts val="1350"/>
                        </a:lnSpc>
                        <a:buNone/>
                      </a:pPr>
                      <a:r>
                        <a:rPr lang="pl-PL" sz="1200" b="1" i="0">
                          <a:effectLst/>
                          <a:latin typeface="Times New Roman" panose="02020603050405020304" pitchFamily="18" charset="0"/>
                        </a:rPr>
                        <a:t>RAZEM</a:t>
                      </a:r>
                      <a:r>
                        <a:rPr lang="pl-PL" sz="1200" b="0" i="0">
                          <a:effectLst/>
                          <a:latin typeface="Times New Roman" panose="02020603050405020304" pitchFamily="18" charset="0"/>
                        </a:rPr>
                        <a:t> </a:t>
                      </a:r>
                      <a:endParaRPr lang="pl-PL" b="0" i="0">
                        <a:effectLst/>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a:txBody>
                    <a:bodyPr/>
                    <a:lstStyle/>
                    <a:p>
                      <a:pPr algn="ctr" rtl="0" fontAlgn="base">
                        <a:lnSpc>
                          <a:spcPts val="1429"/>
                        </a:lnSpc>
                        <a:buNone/>
                      </a:pPr>
                      <a:r>
                        <a:rPr lang="pl-PL" sz="1200" b="1" i="0">
                          <a:solidFill>
                            <a:srgbClr val="000000"/>
                          </a:solidFill>
                          <a:effectLst/>
                          <a:latin typeface="Times New Roman" panose="02020603050405020304" pitchFamily="18" charset="0"/>
                        </a:rPr>
                        <a:t>3498,78</a:t>
                      </a:r>
                      <a:r>
                        <a:rPr lang="pl-PL" sz="1200" b="0" i="0">
                          <a:solidFill>
                            <a:srgbClr val="000000"/>
                          </a:solidFill>
                          <a:effectLst/>
                          <a:latin typeface="Times New Roman" panose="02020603050405020304" pitchFamily="18" charset="0"/>
                        </a:rPr>
                        <a:t> </a:t>
                      </a:r>
                      <a:endParaRPr lang="pl-PL" b="0" i="0">
                        <a:effectLst/>
                      </a:endParaRPr>
                    </a:p>
                  </a:txBody>
                  <a:tcPr marL="66675" marR="66675">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53755574"/>
                  </a:ext>
                </a:extLst>
              </a:tr>
            </a:tbl>
          </a:graphicData>
        </a:graphic>
      </p:graphicFrame>
      <p:sp>
        <p:nvSpPr>
          <p:cNvPr id="6" name="TextBox 5">
            <a:extLst>
              <a:ext uri="{FF2B5EF4-FFF2-40B4-BE49-F238E27FC236}">
                <a16:creationId xmlns:a16="http://schemas.microsoft.com/office/drawing/2014/main" id="{535C951C-9739-D38F-6EFE-C8B53B45CF5C}"/>
              </a:ext>
            </a:extLst>
          </p:cNvPr>
          <p:cNvSpPr txBox="1"/>
          <p:nvPr/>
        </p:nvSpPr>
        <p:spPr>
          <a:xfrm>
            <a:off x="917847" y="1595957"/>
            <a:ext cx="6716712" cy="155940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28600" lvl="0" indent="-228600" algn="l" rtl="0">
              <a:lnSpc>
                <a:spcPts val="1429"/>
              </a:lnSpc>
              <a:buFont typeface="Times New Roman"/>
              <a:buAutoNum type="arabicPeriod"/>
            </a:pPr>
            <a:r>
              <a:rPr lang="pl-PL" sz="1200" b="1" i="0">
                <a:solidFill>
                  <a:srgbClr val="000000"/>
                </a:solidFill>
                <a:latin typeface="Times New Roman"/>
                <a:ea typeface="Times New Roman"/>
                <a:cs typeface="Times New Roman"/>
              </a:rPr>
              <a:t>Zestawienie wszystkich wydatków poniesionych w trakcie realizacji projektu:</a:t>
            </a:r>
            <a:r>
              <a:rPr sz="1200" b="0" i="0">
                <a:solidFill>
                  <a:srgbClr val="000000"/>
                </a:solidFill>
                <a:latin typeface="Times New Roman"/>
                <a:ea typeface="Times New Roman"/>
                <a:cs typeface="Times New Roman"/>
              </a:rPr>
              <a:t> </a:t>
            </a:r>
          </a:p>
          <a:p>
            <a:pPr algn="l" rtl="0">
              <a:lnSpc>
                <a:spcPts val="1429"/>
              </a:lnSpc>
            </a:pPr>
            <a:endParaRPr sz="1200" b="0" i="0">
              <a:solidFill>
                <a:srgbClr val="000000"/>
              </a:solidFill>
              <a:latin typeface="Times New Roman"/>
              <a:ea typeface="Times New Roman"/>
              <a:cs typeface="Times New Roman"/>
            </a:endParaRPr>
          </a:p>
          <a:p>
            <a:pPr algn="l"/>
            <a:endParaRPr b="0" i="0">
              <a:solidFill>
                <a:srgbClr val="000000"/>
              </a:solidFill>
              <a:latin typeface="Times New Roman"/>
              <a:ea typeface="Times New Roman"/>
              <a:cs typeface="Times New Roman"/>
            </a:endParaRPr>
          </a:p>
          <a:p>
            <a:pPr algn="l" rtl="0"/>
            <a:endParaRPr b="0" i="0">
              <a:solidFill>
                <a:srgbClr val="000000"/>
              </a:solidFill>
              <a:latin typeface="Times New Roman"/>
              <a:ea typeface="Times New Roman"/>
              <a:cs typeface="Times New Roman"/>
            </a:endParaRPr>
          </a:p>
          <a:p>
            <a:pPr algn="ctr"/>
            <a:endParaRPr lang="en-US"/>
          </a:p>
        </p:txBody>
      </p:sp>
    </p:spTree>
    <p:extLst>
      <p:ext uri="{BB962C8B-B14F-4D97-AF65-F5344CB8AC3E}">
        <p14:creationId xmlns:p14="http://schemas.microsoft.com/office/powerpoint/2010/main" val="36900520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Prostokąt 2">
            <a:hlinkClick r:id="rId2"/>
            <a:extLst>
              <a:ext uri="{FF2B5EF4-FFF2-40B4-BE49-F238E27FC236}">
                <a16:creationId xmlns:a16="http://schemas.microsoft.com/office/drawing/2014/main" id="{7A2B0640-1FA0-4586-9B18-3B035C2555CD}"/>
              </a:ext>
            </a:extLst>
          </p:cNvPr>
          <p:cNvSpPr>
            <a:spLocks noChangeArrowheads="1"/>
          </p:cNvSpPr>
          <p:nvPr/>
        </p:nvSpPr>
        <p:spPr bwMode="auto">
          <a:xfrm>
            <a:off x="2468563" y="7018338"/>
            <a:ext cx="18002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round/>
                <a:headEnd/>
                <a:tailEnd/>
              </a14:hiddenLine>
            </a:ext>
          </a:extLst>
        </p:spPr>
        <p:txBody>
          <a:bodyPr lIns="45720" rIns="45720">
            <a:spAutoFit/>
          </a:bodyPr>
          <a:lstStyle>
            <a:lvl1pPr>
              <a:defRPr sz="2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2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2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2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2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a:endParaRPr lang="pl-PL" altLang="pl-PL"/>
          </a:p>
        </p:txBody>
      </p:sp>
      <p:sp>
        <p:nvSpPr>
          <p:cNvPr id="67587" name="Tytuł 1">
            <a:extLst>
              <a:ext uri="{FF2B5EF4-FFF2-40B4-BE49-F238E27FC236}">
                <a16:creationId xmlns:a16="http://schemas.microsoft.com/office/drawing/2014/main" id="{87CCD76F-01D8-617E-CE0B-43F7953BD30A}"/>
              </a:ext>
            </a:extLst>
          </p:cNvPr>
          <p:cNvSpPr>
            <a:spLocks noGrp="1"/>
          </p:cNvSpPr>
          <p:nvPr>
            <p:ph type="title"/>
          </p:nvPr>
        </p:nvSpPr>
        <p:spPr>
          <a:xfrm>
            <a:off x="1963738" y="401638"/>
            <a:ext cx="10545762" cy="1460500"/>
          </a:xfrm>
        </p:spPr>
        <p:txBody>
          <a:bodyPr/>
          <a:lstStyle/>
          <a:p>
            <a:r>
              <a:rPr lang="pl-PL" altLang="en-US"/>
              <a:t>10. Bibliografia</a:t>
            </a:r>
          </a:p>
        </p:txBody>
      </p:sp>
      <p:sp>
        <p:nvSpPr>
          <p:cNvPr id="3" name="Symbol zastępczy zawartości 2">
            <a:extLst>
              <a:ext uri="{FF2B5EF4-FFF2-40B4-BE49-F238E27FC236}">
                <a16:creationId xmlns:a16="http://schemas.microsoft.com/office/drawing/2014/main" id="{B9186DA1-ED7E-A96D-0967-96F6A2467427}"/>
              </a:ext>
            </a:extLst>
          </p:cNvPr>
          <p:cNvSpPr>
            <a:spLocks noGrp="1"/>
          </p:cNvSpPr>
          <p:nvPr>
            <p:ph idx="1"/>
          </p:nvPr>
        </p:nvSpPr>
        <p:spPr>
          <a:xfrm>
            <a:off x="923925" y="2011363"/>
            <a:ext cx="11841163" cy="4794250"/>
          </a:xfrm>
        </p:spPr>
        <p:txBody>
          <a:bodyPr/>
          <a:lstStyle/>
          <a:p>
            <a:pPr marL="400050" indent="-285750">
              <a:lnSpc>
                <a:spcPct val="150000"/>
              </a:lnSpc>
              <a:spcBef>
                <a:spcPts val="600"/>
              </a:spcBef>
              <a:spcAft>
                <a:spcPts val="600"/>
              </a:spcAft>
              <a:defRPr/>
            </a:pPr>
            <a:r>
              <a:rPr lang="pl-PL" sz="1800">
                <a:ea typeface="Arial" panose="020B0604020202020204" pitchFamily="34" charset="0"/>
              </a:rPr>
              <a:t>Center of </a:t>
            </a:r>
            <a:r>
              <a:rPr lang="pl-PL" sz="1800" err="1">
                <a:ea typeface="Arial" panose="020B0604020202020204" pitchFamily="34" charset="0"/>
              </a:rPr>
              <a:t>Coastal</a:t>
            </a:r>
            <a:r>
              <a:rPr lang="pl-PL" sz="1800">
                <a:ea typeface="Arial" panose="020B0604020202020204" pitchFamily="34" charset="0"/>
              </a:rPr>
              <a:t> and Ocean </a:t>
            </a:r>
            <a:r>
              <a:rPr lang="pl-PL" sz="1800" err="1">
                <a:ea typeface="Arial" panose="020B0604020202020204" pitchFamily="34" charset="0"/>
              </a:rPr>
              <a:t>Mapping</a:t>
            </a:r>
            <a:r>
              <a:rPr lang="pl-PL" sz="1800">
                <a:ea typeface="Arial" panose="020B0604020202020204" pitchFamily="34" charset="0"/>
              </a:rPr>
              <a:t> – „Sonar </a:t>
            </a:r>
            <a:r>
              <a:rPr lang="pl-PL" sz="1800" err="1">
                <a:ea typeface="Arial" panose="020B0604020202020204" pitchFamily="34" charset="0"/>
              </a:rPr>
              <a:t>Capabilities</a:t>
            </a:r>
            <a:r>
              <a:rPr lang="pl-PL" sz="1800">
                <a:ea typeface="Arial" panose="020B0604020202020204" pitchFamily="34" charset="0"/>
              </a:rPr>
              <a:t>”</a:t>
            </a:r>
            <a:br>
              <a:rPr lang="pl-PL" sz="1800">
                <a:ea typeface="Arial" panose="020B0604020202020204" pitchFamily="34" charset="0"/>
              </a:rPr>
            </a:br>
            <a:r>
              <a:rPr lang="pl-PL" sz="1800" u="sng">
                <a:ea typeface="Arial" panose="020B0604020202020204" pitchFamily="34" charset="0"/>
                <a:hlinkClick r:id="rId3"/>
              </a:rPr>
              <a:t>https://ccom.unh.edu/theme/sonar-capabilities</a:t>
            </a:r>
            <a:endParaRPr lang="pl-PL" sz="1800" u="sng">
              <a:ea typeface="Arial" panose="020B0604020202020204" pitchFamily="34" charset="0"/>
            </a:endParaRPr>
          </a:p>
          <a:p>
            <a:pPr marL="400050" indent="-285750">
              <a:lnSpc>
                <a:spcPct val="150000"/>
              </a:lnSpc>
              <a:spcBef>
                <a:spcPts val="600"/>
              </a:spcBef>
              <a:spcAft>
                <a:spcPts val="600"/>
              </a:spcAft>
              <a:defRPr/>
            </a:pPr>
            <a:r>
              <a:rPr lang="pl-PL" sz="1800" err="1">
                <a:ea typeface="Arial" panose="020B0604020202020204" pitchFamily="34" charset="0"/>
              </a:rPr>
              <a:t>National</a:t>
            </a:r>
            <a:r>
              <a:rPr lang="pl-PL" sz="1800">
                <a:ea typeface="Arial" panose="020B0604020202020204" pitchFamily="34" charset="0"/>
              </a:rPr>
              <a:t> </a:t>
            </a:r>
            <a:r>
              <a:rPr lang="pl-PL" sz="1800" err="1">
                <a:ea typeface="Arial" panose="020B0604020202020204" pitchFamily="34" charset="0"/>
              </a:rPr>
              <a:t>Oceaninc</a:t>
            </a:r>
            <a:r>
              <a:rPr lang="pl-PL" sz="1800">
                <a:ea typeface="Arial" panose="020B0604020202020204" pitchFamily="34" charset="0"/>
              </a:rPr>
              <a:t> and </a:t>
            </a:r>
            <a:r>
              <a:rPr lang="pl-PL" sz="1800" err="1">
                <a:ea typeface="Arial" panose="020B0604020202020204" pitchFamily="34" charset="0"/>
              </a:rPr>
              <a:t>Atmospheric</a:t>
            </a:r>
            <a:r>
              <a:rPr lang="pl-PL" sz="1800">
                <a:ea typeface="Arial" panose="020B0604020202020204" pitchFamily="34" charset="0"/>
              </a:rPr>
              <a:t> Administration – „Split-</a:t>
            </a:r>
            <a:r>
              <a:rPr lang="pl-PL" sz="1800" err="1">
                <a:ea typeface="Arial" panose="020B0604020202020204" pitchFamily="34" charset="0"/>
              </a:rPr>
              <a:t>Beam</a:t>
            </a:r>
            <a:r>
              <a:rPr lang="pl-PL" sz="1800">
                <a:ea typeface="Arial" panose="020B0604020202020204" pitchFamily="34" charset="0"/>
              </a:rPr>
              <a:t> Sonar”</a:t>
            </a:r>
            <a:br>
              <a:rPr lang="pl-PL" sz="1800">
                <a:ea typeface="Arial" panose="020B0604020202020204" pitchFamily="34" charset="0"/>
              </a:rPr>
            </a:br>
            <a:r>
              <a:rPr lang="pl-PL" sz="1800" u="sng">
                <a:ea typeface="Arial" panose="020B0604020202020204" pitchFamily="34" charset="0"/>
                <a:hlinkClick r:id="rId4"/>
              </a:rPr>
              <a:t>https://oceanexplorer.noaa.gov/technology/sonar/split-beam.html</a:t>
            </a:r>
            <a:endParaRPr lang="pl-PL" sz="1800" u="sng">
              <a:ea typeface="Arial" panose="020B0604020202020204" pitchFamily="34" charset="0"/>
            </a:endParaRPr>
          </a:p>
          <a:p>
            <a:pPr marL="400050" indent="-285750">
              <a:lnSpc>
                <a:spcPct val="150000"/>
              </a:lnSpc>
              <a:spcBef>
                <a:spcPts val="600"/>
              </a:spcBef>
              <a:spcAft>
                <a:spcPts val="600"/>
              </a:spcAft>
              <a:defRPr/>
            </a:pPr>
            <a:r>
              <a:rPr lang="pl-PL" sz="1800">
                <a:ea typeface="Arial" panose="020B0604020202020204" pitchFamily="34" charset="0"/>
              </a:rPr>
              <a:t>ICES – „</a:t>
            </a:r>
            <a:r>
              <a:rPr lang="en-US" sz="1800"/>
              <a:t>Implementation of the split-beam function to Mills cross multibeam echo sounder for target strength measurements</a:t>
            </a:r>
            <a:r>
              <a:rPr lang="pl-PL" sz="1800"/>
              <a:t>”</a:t>
            </a:r>
            <a:br>
              <a:rPr lang="pl-PL" sz="1800">
                <a:ea typeface="Arial" panose="020B0604020202020204" pitchFamily="34" charset="0"/>
              </a:rPr>
            </a:br>
            <a:r>
              <a:rPr lang="pl-PL" sz="1800" u="sng">
                <a:ea typeface="Arial" panose="020B0604020202020204" pitchFamily="34" charset="0"/>
                <a:hlinkClick r:id="rId5"/>
              </a:rPr>
              <a:t>https://academic.oup.com/icesjms/article/81/7/1424/7628496</a:t>
            </a:r>
            <a:endParaRPr lang="pl-PL" sz="1800" u="sng">
              <a:ea typeface="Arial" panose="020B0604020202020204" pitchFamily="34" charset="0"/>
            </a:endParaRPr>
          </a:p>
          <a:p>
            <a:pPr marL="400050" indent="-285750">
              <a:lnSpc>
                <a:spcPct val="150000"/>
              </a:lnSpc>
              <a:spcBef>
                <a:spcPts val="600"/>
              </a:spcBef>
              <a:spcAft>
                <a:spcPts val="600"/>
              </a:spcAft>
              <a:defRPr/>
            </a:pPr>
            <a:r>
              <a:rPr lang="pl-PL" sz="1800" err="1">
                <a:ea typeface="Arial" panose="020B0604020202020204" pitchFamily="34" charset="0"/>
              </a:rPr>
              <a:t>SeapiX</a:t>
            </a:r>
            <a:r>
              <a:rPr lang="pl-PL" sz="1800">
                <a:ea typeface="Arial" panose="020B0604020202020204" pitchFamily="34" charset="0"/>
              </a:rPr>
              <a:t> – „</a:t>
            </a:r>
            <a:r>
              <a:rPr lang="pl-PL" sz="1800" err="1">
                <a:ea typeface="Arial" panose="020B0604020202020204" pitchFamily="34" charset="0"/>
              </a:rPr>
              <a:t>Instruction</a:t>
            </a:r>
            <a:r>
              <a:rPr lang="pl-PL" sz="1800">
                <a:ea typeface="Arial" panose="020B0604020202020204" pitchFamily="34" charset="0"/>
              </a:rPr>
              <a:t> Manual”</a:t>
            </a:r>
            <a:br>
              <a:rPr lang="pl-PL" sz="1800">
                <a:ea typeface="Arial" panose="020B0604020202020204" pitchFamily="34" charset="0"/>
              </a:rPr>
            </a:br>
            <a:r>
              <a:rPr lang="pl-PL" sz="1800" u="sng">
                <a:ea typeface="Arial" panose="020B0604020202020204" pitchFamily="34" charset="0"/>
                <a:hlinkClick r:id="rId6"/>
              </a:rPr>
              <a:t>https://download.exail.com/seapix/Manuals/SSD-C1306A_SeapiX-IM.pdf</a:t>
            </a:r>
            <a:endParaRPr lang="pl-PL" sz="1800">
              <a:ea typeface="Arial" panose="020B0604020202020204" pitchFamily="34" charset="0"/>
            </a:endParaRPr>
          </a:p>
          <a:p>
            <a:pPr marL="400050" indent="-285750">
              <a:lnSpc>
                <a:spcPct val="150000"/>
              </a:lnSpc>
              <a:spcBef>
                <a:spcPts val="600"/>
              </a:spcBef>
              <a:spcAft>
                <a:spcPts val="600"/>
              </a:spcAft>
              <a:defRPr/>
            </a:pPr>
            <a:r>
              <a:rPr lang="pl-PL" sz="1800" err="1">
                <a:ea typeface="Arial" panose="020B0604020202020204" pitchFamily="34" charset="0"/>
              </a:rPr>
              <a:t>Naval</a:t>
            </a:r>
            <a:r>
              <a:rPr lang="pl-PL" sz="1800">
                <a:ea typeface="Arial" panose="020B0604020202020204" pitchFamily="34" charset="0"/>
              </a:rPr>
              <a:t> </a:t>
            </a:r>
            <a:r>
              <a:rPr lang="pl-PL" sz="1800" err="1">
                <a:ea typeface="Arial" panose="020B0604020202020204" pitchFamily="34" charset="0"/>
              </a:rPr>
              <a:t>Underwater</a:t>
            </a:r>
            <a:r>
              <a:rPr lang="pl-PL" sz="1800">
                <a:ea typeface="Arial" panose="020B0604020202020204" pitchFamily="34" charset="0"/>
              </a:rPr>
              <a:t> System Center – „</a:t>
            </a:r>
            <a:r>
              <a:rPr lang="en-US" sz="1800"/>
              <a:t>Global Model for Sound Absorption in Sea Water</a:t>
            </a:r>
            <a:r>
              <a:rPr lang="pl-PL" sz="1800"/>
              <a:t>”</a:t>
            </a:r>
            <a:br>
              <a:rPr lang="pl-PL" sz="1800">
                <a:ea typeface="Arial" panose="020B0604020202020204" pitchFamily="34" charset="0"/>
              </a:rPr>
            </a:br>
            <a:r>
              <a:rPr lang="pl-PL" sz="1800" u="sng">
                <a:ea typeface="Times New Roman" panose="02020603050405020304" pitchFamily="18" charset="0"/>
                <a:hlinkClick r:id="rId7"/>
              </a:rPr>
              <a:t>https://apps.dtic.mil/sti/tr/pdf/ADA181688.pdf</a:t>
            </a:r>
            <a:endParaRPr lang="pl-PL" sz="1800">
              <a:ea typeface="Arial" panose="020B0604020202020204" pitchFamily="34" charset="0"/>
            </a:endParaRPr>
          </a:p>
          <a:p>
            <a:pPr marL="400050" indent="-285750">
              <a:lnSpc>
                <a:spcPct val="150000"/>
              </a:lnSpc>
              <a:spcBef>
                <a:spcPts val="600"/>
              </a:spcBef>
              <a:spcAft>
                <a:spcPts val="600"/>
              </a:spcAft>
              <a:defRPr/>
            </a:pPr>
            <a:endParaRPr lang="pl-PL" sz="1800">
              <a:ea typeface="Arial" panose="020B0604020202020204" pitchFamily="34" charset="0"/>
            </a:endParaRPr>
          </a:p>
          <a:p>
            <a:pPr>
              <a:defRPr/>
            </a:pPr>
            <a:endParaRPr lang="pl-PL" sz="2800"/>
          </a:p>
        </p:txBody>
      </p:sp>
    </p:spTree>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Prostokąt 2">
            <a:hlinkClick r:id="rId2"/>
            <a:extLst>
              <a:ext uri="{FF2B5EF4-FFF2-40B4-BE49-F238E27FC236}">
                <a16:creationId xmlns:a16="http://schemas.microsoft.com/office/drawing/2014/main" id="{8D31ED2B-86B5-2A3D-8965-86AC96D4C75B}"/>
              </a:ext>
            </a:extLst>
          </p:cNvPr>
          <p:cNvSpPr>
            <a:spLocks noChangeArrowheads="1"/>
          </p:cNvSpPr>
          <p:nvPr/>
        </p:nvSpPr>
        <p:spPr bwMode="auto">
          <a:xfrm>
            <a:off x="2468563" y="7018338"/>
            <a:ext cx="18002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round/>
                <a:headEnd/>
                <a:tailEnd/>
              </a14:hiddenLine>
            </a:ext>
          </a:extLst>
        </p:spPr>
        <p:txBody>
          <a:bodyPr lIns="45720" rIns="45720">
            <a:spAutoFit/>
          </a:bodyPr>
          <a:lstStyle>
            <a:lvl1pPr>
              <a:defRPr sz="2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2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2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2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2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2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a:endParaRPr lang="pl-PL" altLang="pl-PL"/>
          </a:p>
        </p:txBody>
      </p:sp>
      <p:sp>
        <p:nvSpPr>
          <p:cNvPr id="68611" name="Tytuł 1">
            <a:extLst>
              <a:ext uri="{FF2B5EF4-FFF2-40B4-BE49-F238E27FC236}">
                <a16:creationId xmlns:a16="http://schemas.microsoft.com/office/drawing/2014/main" id="{1B409D43-A807-3BC8-C7FB-F12EB4B046C5}"/>
              </a:ext>
            </a:extLst>
          </p:cNvPr>
          <p:cNvSpPr>
            <a:spLocks noGrp="1"/>
          </p:cNvSpPr>
          <p:nvPr>
            <p:ph type="title"/>
          </p:nvPr>
        </p:nvSpPr>
        <p:spPr>
          <a:xfrm>
            <a:off x="4268788" y="3048000"/>
            <a:ext cx="4895850" cy="1460500"/>
          </a:xfrm>
        </p:spPr>
        <p:txBody>
          <a:bodyPr/>
          <a:lstStyle/>
          <a:p>
            <a:r>
              <a:rPr lang="pl-PL" altLang="en-US"/>
              <a:t>Dziękuję za uwagę</a:t>
            </a:r>
          </a:p>
        </p:txBody>
      </p:sp>
    </p:spTree>
  </p:cSld>
  <p:clrMapOvr>
    <a:masterClrMapping/>
  </p:clrMapOvr>
  <p:transition spd="med"/>
</p:sld>
</file>

<file path=ppt/theme/theme1.xml><?xml version="1.0" encoding="utf-8"?>
<a:theme xmlns:a="http://schemas.openxmlformats.org/drawingml/2006/main" name="Blank Presentation - Default">
  <a:themeElements>
    <a:clrScheme name="Motyw pakietu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Motyw pakietu 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otyw pakietu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Blank Presentation">
  <a:themeElements>
    <a:clrScheme name="Motyw pakietu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Motyw pakietu 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otyw pakietu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Motyw pakietu Office">
  <a:themeElements>
    <a:clrScheme name="">
      <a:dk1>
        <a:srgbClr val="000000"/>
      </a:dk1>
      <a:lt1>
        <a:srgbClr val="FFFFFF"/>
      </a:lt1>
      <a:dk2>
        <a:srgbClr val="A7A7A7"/>
      </a:dk2>
      <a:lt2>
        <a:srgbClr val="535353"/>
      </a:lt2>
      <a:accent1>
        <a:srgbClr val="BBE0E3"/>
      </a:accent1>
      <a:accent2>
        <a:srgbClr val="333399"/>
      </a:accent2>
      <a:accent3>
        <a:srgbClr val="FFFFFF"/>
      </a:accent3>
      <a:accent4>
        <a:srgbClr val="000000"/>
      </a:accent4>
      <a:accent5>
        <a:srgbClr val="DAEDEF"/>
      </a:accent5>
      <a:accent6>
        <a:srgbClr val="2D2D8A"/>
      </a:accent6>
      <a:hlink>
        <a:srgbClr val="0000FF"/>
      </a:hlink>
      <a:folHlink>
        <a:srgbClr val="FF00FF"/>
      </a:folHlink>
    </a:clrScheme>
    <a:fontScheme name="Pakiet 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kiet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Motyw pakietu Office">
  <a:themeElements>
    <a:clrScheme name="Pakiet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Pakiet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Pakiet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Niestandardowy</PresentationFormat>
  <Slides>36</Slides>
  <Notes>25</Notes>
  <HiddenSlides>0</HiddenSlides>
  <ScaleCrop>false</ScaleCrop>
  <HeadingPairs>
    <vt:vector size="4" baseType="variant">
      <vt:variant>
        <vt:lpstr>Motyw</vt:lpstr>
      </vt:variant>
      <vt:variant>
        <vt:i4>2</vt:i4>
      </vt:variant>
      <vt:variant>
        <vt:lpstr>Tytuły slajdów</vt:lpstr>
      </vt:variant>
      <vt:variant>
        <vt:i4>36</vt:i4>
      </vt:variant>
    </vt:vector>
  </HeadingPairs>
  <TitlesOfParts>
    <vt:vector size="38" baseType="lpstr">
      <vt:lpstr>Blank Presentation - Default</vt:lpstr>
      <vt:lpstr>Blank Presentation</vt:lpstr>
      <vt:lpstr>Prezentacja programu PowerPoint</vt:lpstr>
      <vt:lpstr>1. Założenia Projektu</vt:lpstr>
      <vt:lpstr>2. Zasada Działania Sonarów </vt:lpstr>
      <vt:lpstr>2. Zasada Działania Sonarów </vt:lpstr>
      <vt:lpstr>3. Konstrukcja Sonaru</vt:lpstr>
      <vt:lpstr>3. Konstrukcja Sonaru</vt:lpstr>
      <vt:lpstr>3. Konstrukcja Sonaru</vt:lpstr>
      <vt:lpstr>3. Konstrukcja Sonaru</vt:lpstr>
      <vt:lpstr>3. Konstrukcja Sonaru</vt:lpstr>
      <vt:lpstr>3. Konstrukcja Sonaru</vt:lpstr>
      <vt:lpstr>3. Konstrukcja Sonaru</vt:lpstr>
      <vt:lpstr>3. Konstrukcja Sonaru</vt:lpstr>
      <vt:lpstr>4. Elektronika</vt:lpstr>
      <vt:lpstr>4. Elektronika</vt:lpstr>
      <vt:lpstr>4. Elektronika</vt:lpstr>
      <vt:lpstr>4. Elektronika</vt:lpstr>
      <vt:lpstr>4. Elektronika</vt:lpstr>
      <vt:lpstr>4. Elektronika</vt:lpstr>
      <vt:lpstr>4. Elektronika</vt:lpstr>
      <vt:lpstr>4. Elektronika</vt:lpstr>
      <vt:lpstr>4. Elektronika</vt:lpstr>
      <vt:lpstr>5. Akwizycja danych</vt:lpstr>
      <vt:lpstr>5. Akwizycja danych</vt:lpstr>
      <vt:lpstr>6. Analiza danych</vt:lpstr>
      <vt:lpstr>6. Analiza danych</vt:lpstr>
      <vt:lpstr>6. Analiza danych</vt:lpstr>
      <vt:lpstr>7. Złożenie urządzenia</vt:lpstr>
      <vt:lpstr>8. Testy</vt:lpstr>
      <vt:lpstr>8. Testy</vt:lpstr>
      <vt:lpstr>8. Testy</vt:lpstr>
      <vt:lpstr>8. Testy</vt:lpstr>
      <vt:lpstr>9. Plany i wyzwania na przyszłość</vt:lpstr>
      <vt:lpstr>Korzyści dla koła z realizacji projektu</vt:lpstr>
      <vt:lpstr>Podsumowanie finansowe grantu</vt:lpstr>
      <vt:lpstr>10. Bibliografia</vt:lpstr>
      <vt:lpstr>Dziękuję za uwagę</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Maciek</dc:creator>
  <cp:lastModifiedBy>Patryk pięta</cp:lastModifiedBy>
  <cp:revision>2</cp:revision>
  <dcterms:modified xsi:type="dcterms:W3CDTF">2025-10-23T20:56:24Z</dcterms:modified>
</cp:coreProperties>
</file>